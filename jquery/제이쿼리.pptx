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12192000" cy="6858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4" d="100"/>
          <a:sy n="114" d="100"/>
        </p:scale>
        <p:origin x="354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맑은 고딕"/>
                <a:cs typeface="맑은 고딕"/>
              </a:defRPr>
            </a:lvl1pPr>
          </a:lstStyle>
          <a:p>
            <a:pPr marL="36830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952"/>
            <a:ext cx="12192000" cy="584835"/>
          </a:xfrm>
          <a:custGeom>
            <a:avLst/>
            <a:gdLst/>
            <a:ahLst/>
            <a:cxnLst/>
            <a:rect l="l" t="t" r="r" b="b"/>
            <a:pathLst>
              <a:path w="12192000" h="584835">
                <a:moveTo>
                  <a:pt x="12192000" y="0"/>
                </a:moveTo>
                <a:lnTo>
                  <a:pt x="0" y="0"/>
                </a:lnTo>
                <a:lnTo>
                  <a:pt x="0" y="584771"/>
                </a:lnTo>
                <a:lnTo>
                  <a:pt x="12192000" y="584771"/>
                </a:lnTo>
                <a:lnTo>
                  <a:pt x="12192000" y="0"/>
                </a:lnTo>
                <a:close/>
              </a:path>
            </a:pathLst>
          </a:custGeom>
          <a:solidFill>
            <a:srgbClr val="48210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952"/>
            <a:ext cx="12192000" cy="584835"/>
          </a:xfrm>
          <a:custGeom>
            <a:avLst/>
            <a:gdLst/>
            <a:ahLst/>
            <a:cxnLst/>
            <a:rect l="l" t="t" r="r" b="b"/>
            <a:pathLst>
              <a:path w="12192000" h="584835">
                <a:moveTo>
                  <a:pt x="0" y="584771"/>
                </a:moveTo>
                <a:lnTo>
                  <a:pt x="12192000" y="584771"/>
                </a:lnTo>
                <a:lnTo>
                  <a:pt x="12192000" y="0"/>
                </a:lnTo>
                <a:lnTo>
                  <a:pt x="0" y="0"/>
                </a:lnTo>
                <a:lnTo>
                  <a:pt x="0" y="584771"/>
                </a:lnTo>
                <a:close/>
              </a:path>
            </a:pathLst>
          </a:custGeom>
          <a:ln w="9525">
            <a:solidFill>
              <a:srgbClr val="843B0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8512556" y="98425"/>
            <a:ext cx="1156335" cy="383540"/>
          </a:xfrm>
          <a:custGeom>
            <a:avLst/>
            <a:gdLst/>
            <a:ahLst/>
            <a:cxnLst/>
            <a:rect l="l" t="t" r="r" b="b"/>
            <a:pathLst>
              <a:path w="1156334" h="383540">
                <a:moveTo>
                  <a:pt x="1155953" y="290449"/>
                </a:moveTo>
                <a:lnTo>
                  <a:pt x="800353" y="290449"/>
                </a:lnTo>
                <a:lnTo>
                  <a:pt x="800353" y="331977"/>
                </a:lnTo>
                <a:lnTo>
                  <a:pt x="1155953" y="331977"/>
                </a:lnTo>
                <a:lnTo>
                  <a:pt x="1155953" y="290449"/>
                </a:lnTo>
                <a:close/>
              </a:path>
              <a:path w="1156334" h="383540">
                <a:moveTo>
                  <a:pt x="526161" y="239649"/>
                </a:moveTo>
                <a:lnTo>
                  <a:pt x="476123" y="239649"/>
                </a:lnTo>
                <a:lnTo>
                  <a:pt x="476123" y="370713"/>
                </a:lnTo>
                <a:lnTo>
                  <a:pt x="730376" y="370713"/>
                </a:lnTo>
                <a:lnTo>
                  <a:pt x="730376" y="328422"/>
                </a:lnTo>
                <a:lnTo>
                  <a:pt x="526161" y="328422"/>
                </a:lnTo>
                <a:lnTo>
                  <a:pt x="526161" y="239649"/>
                </a:lnTo>
                <a:close/>
              </a:path>
              <a:path w="1156334" h="383540">
                <a:moveTo>
                  <a:pt x="725804" y="0"/>
                </a:moveTo>
                <a:lnTo>
                  <a:pt x="676528" y="0"/>
                </a:lnTo>
                <a:lnTo>
                  <a:pt x="676528" y="275336"/>
                </a:lnTo>
                <a:lnTo>
                  <a:pt x="725804" y="275336"/>
                </a:lnTo>
                <a:lnTo>
                  <a:pt x="725804" y="0"/>
                </a:lnTo>
                <a:close/>
              </a:path>
              <a:path w="1156334" h="383540">
                <a:moveTo>
                  <a:pt x="649351" y="141224"/>
                </a:moveTo>
                <a:lnTo>
                  <a:pt x="600075" y="141224"/>
                </a:lnTo>
                <a:lnTo>
                  <a:pt x="600075" y="263271"/>
                </a:lnTo>
                <a:lnTo>
                  <a:pt x="649351" y="263271"/>
                </a:lnTo>
                <a:lnTo>
                  <a:pt x="649351" y="141224"/>
                </a:lnTo>
                <a:close/>
              </a:path>
              <a:path w="1156334" h="383540">
                <a:moveTo>
                  <a:pt x="457453" y="23622"/>
                </a:moveTo>
                <a:lnTo>
                  <a:pt x="408177" y="23622"/>
                </a:lnTo>
                <a:lnTo>
                  <a:pt x="408177" y="206628"/>
                </a:lnTo>
                <a:lnTo>
                  <a:pt x="561467" y="206628"/>
                </a:lnTo>
                <a:lnTo>
                  <a:pt x="561467" y="165100"/>
                </a:lnTo>
                <a:lnTo>
                  <a:pt x="457453" y="165100"/>
                </a:lnTo>
                <a:lnTo>
                  <a:pt x="457453" y="121666"/>
                </a:lnTo>
                <a:lnTo>
                  <a:pt x="649351" y="121666"/>
                </a:lnTo>
                <a:lnTo>
                  <a:pt x="649351" y="99314"/>
                </a:lnTo>
                <a:lnTo>
                  <a:pt x="561467" y="99314"/>
                </a:lnTo>
                <a:lnTo>
                  <a:pt x="561467" y="80136"/>
                </a:lnTo>
                <a:lnTo>
                  <a:pt x="457453" y="80136"/>
                </a:lnTo>
                <a:lnTo>
                  <a:pt x="457453" y="23622"/>
                </a:lnTo>
                <a:close/>
              </a:path>
              <a:path w="1156334" h="383540">
                <a:moveTo>
                  <a:pt x="649351" y="121666"/>
                </a:moveTo>
                <a:lnTo>
                  <a:pt x="512572" y="121666"/>
                </a:lnTo>
                <a:lnTo>
                  <a:pt x="512572" y="165100"/>
                </a:lnTo>
                <a:lnTo>
                  <a:pt x="561467" y="165100"/>
                </a:lnTo>
                <a:lnTo>
                  <a:pt x="561467" y="141224"/>
                </a:lnTo>
                <a:lnTo>
                  <a:pt x="649351" y="141224"/>
                </a:lnTo>
                <a:lnTo>
                  <a:pt x="649351" y="121666"/>
                </a:lnTo>
                <a:close/>
              </a:path>
              <a:path w="1156334" h="383540">
                <a:moveTo>
                  <a:pt x="649351" y="7747"/>
                </a:moveTo>
                <a:lnTo>
                  <a:pt x="600075" y="7747"/>
                </a:lnTo>
                <a:lnTo>
                  <a:pt x="600075" y="99314"/>
                </a:lnTo>
                <a:lnTo>
                  <a:pt x="649351" y="99314"/>
                </a:lnTo>
                <a:lnTo>
                  <a:pt x="649351" y="7747"/>
                </a:lnTo>
                <a:close/>
              </a:path>
              <a:path w="1156334" h="383540">
                <a:moveTo>
                  <a:pt x="561467" y="23622"/>
                </a:moveTo>
                <a:lnTo>
                  <a:pt x="512572" y="23622"/>
                </a:lnTo>
                <a:lnTo>
                  <a:pt x="512572" y="80136"/>
                </a:lnTo>
                <a:lnTo>
                  <a:pt x="561467" y="80136"/>
                </a:lnTo>
                <a:lnTo>
                  <a:pt x="561467" y="23622"/>
                </a:lnTo>
                <a:close/>
              </a:path>
              <a:path w="1156334" h="383540">
                <a:moveTo>
                  <a:pt x="100965" y="24383"/>
                </a:moveTo>
                <a:lnTo>
                  <a:pt x="59642" y="33242"/>
                </a:lnTo>
                <a:lnTo>
                  <a:pt x="27559" y="59817"/>
                </a:lnTo>
                <a:lnTo>
                  <a:pt x="6873" y="101854"/>
                </a:lnTo>
                <a:lnTo>
                  <a:pt x="0" y="157225"/>
                </a:lnTo>
                <a:lnTo>
                  <a:pt x="1736" y="186136"/>
                </a:lnTo>
                <a:lnTo>
                  <a:pt x="15591" y="234574"/>
                </a:lnTo>
                <a:lnTo>
                  <a:pt x="42618" y="269869"/>
                </a:lnTo>
                <a:lnTo>
                  <a:pt x="79246" y="287827"/>
                </a:lnTo>
                <a:lnTo>
                  <a:pt x="100965" y="290067"/>
                </a:lnTo>
                <a:lnTo>
                  <a:pt x="122753" y="287849"/>
                </a:lnTo>
                <a:lnTo>
                  <a:pt x="142208" y="281177"/>
                </a:lnTo>
                <a:lnTo>
                  <a:pt x="159329" y="270029"/>
                </a:lnTo>
                <a:lnTo>
                  <a:pt x="174117" y="254380"/>
                </a:lnTo>
                <a:lnTo>
                  <a:pt x="177930" y="248157"/>
                </a:lnTo>
                <a:lnTo>
                  <a:pt x="100965" y="248157"/>
                </a:lnTo>
                <a:lnTo>
                  <a:pt x="90364" y="246612"/>
                </a:lnTo>
                <a:lnTo>
                  <a:pt x="57159" y="210185"/>
                </a:lnTo>
                <a:lnTo>
                  <a:pt x="48641" y="157606"/>
                </a:lnTo>
                <a:lnTo>
                  <a:pt x="49567" y="137727"/>
                </a:lnTo>
                <a:lnTo>
                  <a:pt x="63373" y="91185"/>
                </a:lnTo>
                <a:lnTo>
                  <a:pt x="100965" y="66801"/>
                </a:lnTo>
                <a:lnTo>
                  <a:pt x="178110" y="66801"/>
                </a:lnTo>
                <a:lnTo>
                  <a:pt x="173990" y="60071"/>
                </a:lnTo>
                <a:lnTo>
                  <a:pt x="159150" y="44475"/>
                </a:lnTo>
                <a:lnTo>
                  <a:pt x="142049" y="33321"/>
                </a:lnTo>
                <a:lnTo>
                  <a:pt x="122662" y="26620"/>
                </a:lnTo>
                <a:lnTo>
                  <a:pt x="100965" y="24383"/>
                </a:lnTo>
                <a:close/>
              </a:path>
              <a:path w="1156334" h="383540">
                <a:moveTo>
                  <a:pt x="178110" y="66801"/>
                </a:moveTo>
                <a:lnTo>
                  <a:pt x="100965" y="66801"/>
                </a:lnTo>
                <a:lnTo>
                  <a:pt x="111873" y="68325"/>
                </a:lnTo>
                <a:lnTo>
                  <a:pt x="121745" y="72898"/>
                </a:lnTo>
                <a:lnTo>
                  <a:pt x="144783" y="104493"/>
                </a:lnTo>
                <a:lnTo>
                  <a:pt x="153035" y="157606"/>
                </a:lnTo>
                <a:lnTo>
                  <a:pt x="152084" y="177464"/>
                </a:lnTo>
                <a:lnTo>
                  <a:pt x="137922" y="223774"/>
                </a:lnTo>
                <a:lnTo>
                  <a:pt x="100965" y="248157"/>
                </a:lnTo>
                <a:lnTo>
                  <a:pt x="177930" y="248157"/>
                </a:lnTo>
                <a:lnTo>
                  <a:pt x="186025" y="234949"/>
                </a:lnTo>
                <a:lnTo>
                  <a:pt x="194516" y="212280"/>
                </a:lnTo>
                <a:lnTo>
                  <a:pt x="199602" y="186372"/>
                </a:lnTo>
                <a:lnTo>
                  <a:pt x="201295" y="157225"/>
                </a:lnTo>
                <a:lnTo>
                  <a:pt x="199582" y="128097"/>
                </a:lnTo>
                <a:lnTo>
                  <a:pt x="194452" y="102219"/>
                </a:lnTo>
                <a:lnTo>
                  <a:pt x="185918" y="79555"/>
                </a:lnTo>
                <a:lnTo>
                  <a:pt x="178110" y="66801"/>
                </a:lnTo>
                <a:close/>
              </a:path>
              <a:path w="1156334" h="383540">
                <a:moveTo>
                  <a:pt x="1105153" y="33781"/>
                </a:moveTo>
                <a:lnTo>
                  <a:pt x="852804" y="33781"/>
                </a:lnTo>
                <a:lnTo>
                  <a:pt x="852804" y="228346"/>
                </a:lnTo>
                <a:lnTo>
                  <a:pt x="1111250" y="228346"/>
                </a:lnTo>
                <a:lnTo>
                  <a:pt x="1111250" y="187198"/>
                </a:lnTo>
                <a:lnTo>
                  <a:pt x="902843" y="187198"/>
                </a:lnTo>
                <a:lnTo>
                  <a:pt x="902843" y="151002"/>
                </a:lnTo>
                <a:lnTo>
                  <a:pt x="1094232" y="151002"/>
                </a:lnTo>
                <a:lnTo>
                  <a:pt x="1094232" y="109854"/>
                </a:lnTo>
                <a:lnTo>
                  <a:pt x="902843" y="109854"/>
                </a:lnTo>
                <a:lnTo>
                  <a:pt x="902843" y="74929"/>
                </a:lnTo>
                <a:lnTo>
                  <a:pt x="1105153" y="74929"/>
                </a:lnTo>
                <a:lnTo>
                  <a:pt x="1105153" y="33781"/>
                </a:lnTo>
                <a:close/>
              </a:path>
              <a:path w="1156334" h="383540">
                <a:moveTo>
                  <a:pt x="308355" y="0"/>
                </a:moveTo>
                <a:lnTo>
                  <a:pt x="259079" y="0"/>
                </a:lnTo>
                <a:lnTo>
                  <a:pt x="259079" y="383286"/>
                </a:lnTo>
                <a:lnTo>
                  <a:pt x="308355" y="383286"/>
                </a:lnTo>
                <a:lnTo>
                  <a:pt x="30835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8970009" y="220090"/>
            <a:ext cx="698500" cy="249554"/>
          </a:xfrm>
          <a:custGeom>
            <a:avLst/>
            <a:gdLst/>
            <a:ahLst/>
            <a:cxnLst/>
            <a:rect l="l" t="t" r="r" b="b"/>
            <a:pathLst>
              <a:path w="698500" h="249554">
                <a:moveTo>
                  <a:pt x="342900" y="168782"/>
                </a:moveTo>
                <a:lnTo>
                  <a:pt x="698500" y="168782"/>
                </a:lnTo>
                <a:lnTo>
                  <a:pt x="698500" y="210311"/>
                </a:lnTo>
                <a:lnTo>
                  <a:pt x="342900" y="210311"/>
                </a:lnTo>
                <a:lnTo>
                  <a:pt x="342900" y="168782"/>
                </a:lnTo>
                <a:close/>
              </a:path>
              <a:path w="698500" h="249554">
                <a:moveTo>
                  <a:pt x="18669" y="117982"/>
                </a:moveTo>
                <a:lnTo>
                  <a:pt x="68707" y="117982"/>
                </a:lnTo>
                <a:lnTo>
                  <a:pt x="68707" y="206755"/>
                </a:lnTo>
                <a:lnTo>
                  <a:pt x="272923" y="206755"/>
                </a:lnTo>
                <a:lnTo>
                  <a:pt x="272923" y="249046"/>
                </a:lnTo>
                <a:lnTo>
                  <a:pt x="18669" y="249046"/>
                </a:lnTo>
                <a:lnTo>
                  <a:pt x="18669" y="117982"/>
                </a:lnTo>
                <a:close/>
              </a:path>
              <a:path w="698500" h="249554">
                <a:moveTo>
                  <a:pt x="0" y="0"/>
                </a:moveTo>
                <a:lnTo>
                  <a:pt x="0" y="43433"/>
                </a:lnTo>
                <a:lnTo>
                  <a:pt x="55118" y="43433"/>
                </a:lnTo>
                <a:lnTo>
                  <a:pt x="55118" y="0"/>
                </a:lnTo>
                <a:lnTo>
                  <a:pt x="0" y="0"/>
                </a:lnTo>
                <a:close/>
              </a:path>
            </a:pathLst>
          </a:custGeom>
          <a:ln w="9144">
            <a:solidFill>
              <a:srgbClr val="843B0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1" name="bg object 2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556625" y="160654"/>
            <a:ext cx="113538" cy="190500"/>
          </a:xfrm>
          <a:prstGeom prst="rect">
            <a:avLst/>
          </a:prstGeom>
        </p:spPr>
      </p:pic>
      <p:sp>
        <p:nvSpPr>
          <p:cNvPr id="22" name="bg object 22"/>
          <p:cNvSpPr/>
          <p:nvPr/>
        </p:nvSpPr>
        <p:spPr>
          <a:xfrm>
            <a:off x="8512556" y="98425"/>
            <a:ext cx="1111250" cy="383540"/>
          </a:xfrm>
          <a:custGeom>
            <a:avLst/>
            <a:gdLst/>
            <a:ahLst/>
            <a:cxnLst/>
            <a:rect l="l" t="t" r="r" b="b"/>
            <a:pathLst>
              <a:path w="1111250" h="383540">
                <a:moveTo>
                  <a:pt x="852804" y="33781"/>
                </a:moveTo>
                <a:lnTo>
                  <a:pt x="1105153" y="33781"/>
                </a:lnTo>
                <a:lnTo>
                  <a:pt x="1105153" y="74929"/>
                </a:lnTo>
                <a:lnTo>
                  <a:pt x="902843" y="74929"/>
                </a:lnTo>
                <a:lnTo>
                  <a:pt x="902843" y="109854"/>
                </a:lnTo>
                <a:lnTo>
                  <a:pt x="1094232" y="109854"/>
                </a:lnTo>
                <a:lnTo>
                  <a:pt x="1094232" y="151002"/>
                </a:lnTo>
                <a:lnTo>
                  <a:pt x="902843" y="151002"/>
                </a:lnTo>
                <a:lnTo>
                  <a:pt x="902843" y="187198"/>
                </a:lnTo>
                <a:lnTo>
                  <a:pt x="1111250" y="187198"/>
                </a:lnTo>
                <a:lnTo>
                  <a:pt x="1111250" y="228346"/>
                </a:lnTo>
                <a:lnTo>
                  <a:pt x="852804" y="228346"/>
                </a:lnTo>
                <a:lnTo>
                  <a:pt x="852804" y="33781"/>
                </a:lnTo>
                <a:close/>
              </a:path>
              <a:path w="1111250" h="383540">
                <a:moveTo>
                  <a:pt x="100965" y="24383"/>
                </a:moveTo>
                <a:lnTo>
                  <a:pt x="142049" y="33321"/>
                </a:lnTo>
                <a:lnTo>
                  <a:pt x="173990" y="60071"/>
                </a:lnTo>
                <a:lnTo>
                  <a:pt x="194452" y="102219"/>
                </a:lnTo>
                <a:lnTo>
                  <a:pt x="201295" y="157225"/>
                </a:lnTo>
                <a:lnTo>
                  <a:pt x="199602" y="186372"/>
                </a:lnTo>
                <a:lnTo>
                  <a:pt x="186025" y="234949"/>
                </a:lnTo>
                <a:lnTo>
                  <a:pt x="159329" y="270029"/>
                </a:lnTo>
                <a:lnTo>
                  <a:pt x="122753" y="287849"/>
                </a:lnTo>
                <a:lnTo>
                  <a:pt x="100965" y="290067"/>
                </a:lnTo>
                <a:lnTo>
                  <a:pt x="79246" y="287827"/>
                </a:lnTo>
                <a:lnTo>
                  <a:pt x="42618" y="269869"/>
                </a:lnTo>
                <a:lnTo>
                  <a:pt x="15591" y="234574"/>
                </a:lnTo>
                <a:lnTo>
                  <a:pt x="1736" y="186136"/>
                </a:lnTo>
                <a:lnTo>
                  <a:pt x="0" y="157225"/>
                </a:lnTo>
                <a:lnTo>
                  <a:pt x="1716" y="127861"/>
                </a:lnTo>
                <a:lnTo>
                  <a:pt x="15484" y="79180"/>
                </a:lnTo>
                <a:lnTo>
                  <a:pt x="42439" y="44315"/>
                </a:lnTo>
                <a:lnTo>
                  <a:pt x="79154" y="26598"/>
                </a:lnTo>
                <a:lnTo>
                  <a:pt x="100965" y="24383"/>
                </a:lnTo>
                <a:close/>
              </a:path>
              <a:path w="1111250" h="383540">
                <a:moveTo>
                  <a:pt x="600075" y="7747"/>
                </a:moveTo>
                <a:lnTo>
                  <a:pt x="649351" y="7747"/>
                </a:lnTo>
                <a:lnTo>
                  <a:pt x="649351" y="263271"/>
                </a:lnTo>
                <a:lnTo>
                  <a:pt x="600075" y="263271"/>
                </a:lnTo>
                <a:lnTo>
                  <a:pt x="600075" y="141224"/>
                </a:lnTo>
                <a:lnTo>
                  <a:pt x="561467" y="141224"/>
                </a:lnTo>
                <a:lnTo>
                  <a:pt x="561467" y="206628"/>
                </a:lnTo>
                <a:lnTo>
                  <a:pt x="408177" y="206628"/>
                </a:lnTo>
                <a:lnTo>
                  <a:pt x="408177" y="23622"/>
                </a:lnTo>
                <a:lnTo>
                  <a:pt x="457453" y="23622"/>
                </a:lnTo>
                <a:lnTo>
                  <a:pt x="457453" y="80136"/>
                </a:lnTo>
                <a:lnTo>
                  <a:pt x="512572" y="80136"/>
                </a:lnTo>
                <a:lnTo>
                  <a:pt x="512572" y="23622"/>
                </a:lnTo>
                <a:lnTo>
                  <a:pt x="561467" y="23622"/>
                </a:lnTo>
                <a:lnTo>
                  <a:pt x="561467" y="99314"/>
                </a:lnTo>
                <a:lnTo>
                  <a:pt x="600075" y="99314"/>
                </a:lnTo>
                <a:lnTo>
                  <a:pt x="600075" y="7747"/>
                </a:lnTo>
                <a:close/>
              </a:path>
              <a:path w="1111250" h="383540">
                <a:moveTo>
                  <a:pt x="676528" y="0"/>
                </a:moveTo>
                <a:lnTo>
                  <a:pt x="725804" y="0"/>
                </a:lnTo>
                <a:lnTo>
                  <a:pt x="725804" y="275336"/>
                </a:lnTo>
                <a:lnTo>
                  <a:pt x="676528" y="275336"/>
                </a:lnTo>
                <a:lnTo>
                  <a:pt x="676528" y="0"/>
                </a:lnTo>
                <a:close/>
              </a:path>
              <a:path w="1111250" h="383540">
                <a:moveTo>
                  <a:pt x="259079" y="0"/>
                </a:moveTo>
                <a:lnTo>
                  <a:pt x="308355" y="0"/>
                </a:lnTo>
                <a:lnTo>
                  <a:pt x="308355" y="383286"/>
                </a:lnTo>
                <a:lnTo>
                  <a:pt x="259079" y="383286"/>
                </a:lnTo>
                <a:lnTo>
                  <a:pt x="259079" y="0"/>
                </a:lnTo>
                <a:close/>
              </a:path>
            </a:pathLst>
          </a:custGeom>
          <a:ln w="9144">
            <a:solidFill>
              <a:srgbClr val="843B0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3" name="bg object 2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228076" y="0"/>
            <a:ext cx="1711452" cy="780288"/>
          </a:xfrm>
          <a:prstGeom prst="rect">
            <a:avLst/>
          </a:prstGeom>
        </p:spPr>
      </p:pic>
      <p:sp>
        <p:nvSpPr>
          <p:cNvPr id="24" name="bg object 24"/>
          <p:cNvSpPr/>
          <p:nvPr/>
        </p:nvSpPr>
        <p:spPr>
          <a:xfrm>
            <a:off x="9861550" y="102996"/>
            <a:ext cx="762635" cy="379095"/>
          </a:xfrm>
          <a:custGeom>
            <a:avLst/>
            <a:gdLst/>
            <a:ahLst/>
            <a:cxnLst/>
            <a:rect l="l" t="t" r="r" b="b"/>
            <a:pathLst>
              <a:path w="762634" h="379095">
                <a:moveTo>
                  <a:pt x="177800" y="234314"/>
                </a:moveTo>
                <a:lnTo>
                  <a:pt x="123539" y="239093"/>
                </a:lnTo>
                <a:lnTo>
                  <a:pt x="83947" y="253491"/>
                </a:lnTo>
                <a:lnTo>
                  <a:pt x="53693" y="290371"/>
                </a:lnTo>
                <a:lnTo>
                  <a:pt x="51689" y="306324"/>
                </a:lnTo>
                <a:lnTo>
                  <a:pt x="53691" y="322587"/>
                </a:lnTo>
                <a:lnTo>
                  <a:pt x="83820" y="359663"/>
                </a:lnTo>
                <a:lnTo>
                  <a:pt x="123428" y="373951"/>
                </a:lnTo>
                <a:lnTo>
                  <a:pt x="177800" y="378713"/>
                </a:lnTo>
                <a:lnTo>
                  <a:pt x="206825" y="377523"/>
                </a:lnTo>
                <a:lnTo>
                  <a:pt x="253827" y="367998"/>
                </a:lnTo>
                <a:lnTo>
                  <a:pt x="295043" y="337947"/>
                </a:lnTo>
                <a:lnTo>
                  <a:pt x="177800" y="337947"/>
                </a:lnTo>
                <a:lnTo>
                  <a:pt x="144869" y="335970"/>
                </a:lnTo>
                <a:lnTo>
                  <a:pt x="121332" y="330041"/>
                </a:lnTo>
                <a:lnTo>
                  <a:pt x="107201" y="320159"/>
                </a:lnTo>
                <a:lnTo>
                  <a:pt x="102489" y="306324"/>
                </a:lnTo>
                <a:lnTo>
                  <a:pt x="107201" y="292802"/>
                </a:lnTo>
                <a:lnTo>
                  <a:pt x="121332" y="283114"/>
                </a:lnTo>
                <a:lnTo>
                  <a:pt x="144869" y="277284"/>
                </a:lnTo>
                <a:lnTo>
                  <a:pt x="177800" y="275336"/>
                </a:lnTo>
                <a:lnTo>
                  <a:pt x="295136" y="275336"/>
                </a:lnTo>
                <a:lnTo>
                  <a:pt x="285801" y="263943"/>
                </a:lnTo>
                <a:lnTo>
                  <a:pt x="271652" y="253491"/>
                </a:lnTo>
                <a:lnTo>
                  <a:pt x="253702" y="245084"/>
                </a:lnTo>
                <a:lnTo>
                  <a:pt x="232060" y="239093"/>
                </a:lnTo>
                <a:lnTo>
                  <a:pt x="206752" y="235507"/>
                </a:lnTo>
                <a:lnTo>
                  <a:pt x="177800" y="234314"/>
                </a:lnTo>
                <a:close/>
              </a:path>
              <a:path w="762634" h="379095">
                <a:moveTo>
                  <a:pt x="295136" y="275336"/>
                </a:moveTo>
                <a:lnTo>
                  <a:pt x="177800" y="275336"/>
                </a:lnTo>
                <a:lnTo>
                  <a:pt x="210730" y="277284"/>
                </a:lnTo>
                <a:lnTo>
                  <a:pt x="234267" y="283114"/>
                </a:lnTo>
                <a:lnTo>
                  <a:pt x="248398" y="292802"/>
                </a:lnTo>
                <a:lnTo>
                  <a:pt x="253110" y="306324"/>
                </a:lnTo>
                <a:lnTo>
                  <a:pt x="248398" y="320159"/>
                </a:lnTo>
                <a:lnTo>
                  <a:pt x="234267" y="330041"/>
                </a:lnTo>
                <a:lnTo>
                  <a:pt x="210730" y="335970"/>
                </a:lnTo>
                <a:lnTo>
                  <a:pt x="177800" y="337947"/>
                </a:lnTo>
                <a:lnTo>
                  <a:pt x="295043" y="337947"/>
                </a:lnTo>
                <a:lnTo>
                  <a:pt x="295894" y="336899"/>
                </a:lnTo>
                <a:lnTo>
                  <a:pt x="301908" y="322587"/>
                </a:lnTo>
                <a:lnTo>
                  <a:pt x="303910" y="306324"/>
                </a:lnTo>
                <a:lnTo>
                  <a:pt x="301906" y="290371"/>
                </a:lnTo>
                <a:lnTo>
                  <a:pt x="295878" y="276240"/>
                </a:lnTo>
                <a:lnTo>
                  <a:pt x="295136" y="275336"/>
                </a:lnTo>
                <a:close/>
              </a:path>
              <a:path w="762634" h="379095">
                <a:moveTo>
                  <a:pt x="710819" y="250189"/>
                </a:moveTo>
                <a:lnTo>
                  <a:pt x="454151" y="250189"/>
                </a:lnTo>
                <a:lnTo>
                  <a:pt x="454151" y="292100"/>
                </a:lnTo>
                <a:lnTo>
                  <a:pt x="660780" y="292100"/>
                </a:lnTo>
                <a:lnTo>
                  <a:pt x="660780" y="378713"/>
                </a:lnTo>
                <a:lnTo>
                  <a:pt x="710819" y="378713"/>
                </a:lnTo>
                <a:lnTo>
                  <a:pt x="710819" y="250189"/>
                </a:lnTo>
                <a:close/>
              </a:path>
              <a:path w="762634" h="379095">
                <a:moveTo>
                  <a:pt x="355600" y="168275"/>
                </a:moveTo>
                <a:lnTo>
                  <a:pt x="0" y="168275"/>
                </a:lnTo>
                <a:lnTo>
                  <a:pt x="0" y="210566"/>
                </a:lnTo>
                <a:lnTo>
                  <a:pt x="355600" y="210566"/>
                </a:lnTo>
                <a:lnTo>
                  <a:pt x="355600" y="168275"/>
                </a:lnTo>
                <a:close/>
              </a:path>
              <a:path w="762634" h="379095">
                <a:moveTo>
                  <a:pt x="302768" y="4825"/>
                </a:moveTo>
                <a:lnTo>
                  <a:pt x="53594" y="4825"/>
                </a:lnTo>
                <a:lnTo>
                  <a:pt x="53594" y="138302"/>
                </a:lnTo>
                <a:lnTo>
                  <a:pt x="306704" y="138302"/>
                </a:lnTo>
                <a:lnTo>
                  <a:pt x="306704" y="96393"/>
                </a:lnTo>
                <a:lnTo>
                  <a:pt x="104140" y="96393"/>
                </a:lnTo>
                <a:lnTo>
                  <a:pt x="104140" y="46735"/>
                </a:lnTo>
                <a:lnTo>
                  <a:pt x="302768" y="46735"/>
                </a:lnTo>
                <a:lnTo>
                  <a:pt x="302768" y="4825"/>
                </a:lnTo>
                <a:close/>
              </a:path>
              <a:path w="762634" h="379095">
                <a:moveTo>
                  <a:pt x="762507" y="186435"/>
                </a:moveTo>
                <a:lnTo>
                  <a:pt x="406907" y="186435"/>
                </a:lnTo>
                <a:lnTo>
                  <a:pt x="406907" y="227710"/>
                </a:lnTo>
                <a:lnTo>
                  <a:pt x="762507" y="227710"/>
                </a:lnTo>
                <a:lnTo>
                  <a:pt x="762507" y="186435"/>
                </a:lnTo>
                <a:close/>
              </a:path>
              <a:path w="762634" h="379095">
                <a:moveTo>
                  <a:pt x="609600" y="159766"/>
                </a:moveTo>
                <a:lnTo>
                  <a:pt x="559434" y="159766"/>
                </a:lnTo>
                <a:lnTo>
                  <a:pt x="559434" y="186435"/>
                </a:lnTo>
                <a:lnTo>
                  <a:pt x="609600" y="186435"/>
                </a:lnTo>
                <a:lnTo>
                  <a:pt x="609600" y="159766"/>
                </a:lnTo>
                <a:close/>
              </a:path>
              <a:path w="762634" h="379095">
                <a:moveTo>
                  <a:pt x="706247" y="0"/>
                </a:moveTo>
                <a:lnTo>
                  <a:pt x="463169" y="0"/>
                </a:lnTo>
                <a:lnTo>
                  <a:pt x="463169" y="40512"/>
                </a:lnTo>
                <a:lnTo>
                  <a:pt x="656590" y="40512"/>
                </a:lnTo>
                <a:lnTo>
                  <a:pt x="656590" y="60198"/>
                </a:lnTo>
                <a:lnTo>
                  <a:pt x="463169" y="60198"/>
                </a:lnTo>
                <a:lnTo>
                  <a:pt x="463169" y="159766"/>
                </a:lnTo>
                <a:lnTo>
                  <a:pt x="714882" y="159766"/>
                </a:lnTo>
                <a:lnTo>
                  <a:pt x="714882" y="119252"/>
                </a:lnTo>
                <a:lnTo>
                  <a:pt x="512825" y="119252"/>
                </a:lnTo>
                <a:lnTo>
                  <a:pt x="512825" y="97154"/>
                </a:lnTo>
                <a:lnTo>
                  <a:pt x="706247" y="97154"/>
                </a:lnTo>
                <a:lnTo>
                  <a:pt x="70624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5" name="bg object 2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959467" y="373760"/>
            <a:ext cx="159765" cy="71755"/>
          </a:xfrm>
          <a:prstGeom prst="rect">
            <a:avLst/>
          </a:prstGeom>
        </p:spPr>
      </p:pic>
      <p:sp>
        <p:nvSpPr>
          <p:cNvPr id="26" name="bg object 26"/>
          <p:cNvSpPr/>
          <p:nvPr/>
        </p:nvSpPr>
        <p:spPr>
          <a:xfrm>
            <a:off x="9861550" y="102996"/>
            <a:ext cx="762635" cy="379095"/>
          </a:xfrm>
          <a:custGeom>
            <a:avLst/>
            <a:gdLst/>
            <a:ahLst/>
            <a:cxnLst/>
            <a:rect l="l" t="t" r="r" b="b"/>
            <a:pathLst>
              <a:path w="762634" h="379095">
                <a:moveTo>
                  <a:pt x="454151" y="250189"/>
                </a:moveTo>
                <a:lnTo>
                  <a:pt x="710819" y="250189"/>
                </a:lnTo>
                <a:lnTo>
                  <a:pt x="710819" y="378713"/>
                </a:lnTo>
                <a:lnTo>
                  <a:pt x="660780" y="378713"/>
                </a:lnTo>
                <a:lnTo>
                  <a:pt x="660780" y="292100"/>
                </a:lnTo>
                <a:lnTo>
                  <a:pt x="454151" y="292100"/>
                </a:lnTo>
                <a:lnTo>
                  <a:pt x="454151" y="250189"/>
                </a:lnTo>
                <a:close/>
              </a:path>
              <a:path w="762634" h="379095">
                <a:moveTo>
                  <a:pt x="177800" y="234314"/>
                </a:moveTo>
                <a:lnTo>
                  <a:pt x="232060" y="239093"/>
                </a:lnTo>
                <a:lnTo>
                  <a:pt x="271652" y="253491"/>
                </a:lnTo>
                <a:lnTo>
                  <a:pt x="301906" y="290371"/>
                </a:lnTo>
                <a:lnTo>
                  <a:pt x="303910" y="306324"/>
                </a:lnTo>
                <a:lnTo>
                  <a:pt x="301908" y="322587"/>
                </a:lnTo>
                <a:lnTo>
                  <a:pt x="271779" y="359663"/>
                </a:lnTo>
                <a:lnTo>
                  <a:pt x="232171" y="373951"/>
                </a:lnTo>
                <a:lnTo>
                  <a:pt x="177800" y="378713"/>
                </a:lnTo>
                <a:lnTo>
                  <a:pt x="148774" y="377523"/>
                </a:lnTo>
                <a:lnTo>
                  <a:pt x="101772" y="367998"/>
                </a:lnTo>
                <a:lnTo>
                  <a:pt x="59705" y="336899"/>
                </a:lnTo>
                <a:lnTo>
                  <a:pt x="51689" y="306324"/>
                </a:lnTo>
                <a:lnTo>
                  <a:pt x="53693" y="290371"/>
                </a:lnTo>
                <a:lnTo>
                  <a:pt x="83947" y="253491"/>
                </a:lnTo>
                <a:lnTo>
                  <a:pt x="123539" y="239093"/>
                </a:lnTo>
                <a:lnTo>
                  <a:pt x="177800" y="234314"/>
                </a:lnTo>
                <a:close/>
              </a:path>
              <a:path w="762634" h="379095">
                <a:moveTo>
                  <a:pt x="0" y="168275"/>
                </a:moveTo>
                <a:lnTo>
                  <a:pt x="355600" y="168275"/>
                </a:lnTo>
                <a:lnTo>
                  <a:pt x="355600" y="210566"/>
                </a:lnTo>
                <a:lnTo>
                  <a:pt x="0" y="210566"/>
                </a:lnTo>
                <a:lnTo>
                  <a:pt x="0" y="168275"/>
                </a:lnTo>
                <a:close/>
              </a:path>
              <a:path w="762634" h="379095">
                <a:moveTo>
                  <a:pt x="53594" y="4825"/>
                </a:moveTo>
                <a:lnTo>
                  <a:pt x="302768" y="4825"/>
                </a:lnTo>
                <a:lnTo>
                  <a:pt x="302768" y="46735"/>
                </a:lnTo>
                <a:lnTo>
                  <a:pt x="104140" y="46735"/>
                </a:lnTo>
                <a:lnTo>
                  <a:pt x="104140" y="96393"/>
                </a:lnTo>
                <a:lnTo>
                  <a:pt x="306704" y="96393"/>
                </a:lnTo>
                <a:lnTo>
                  <a:pt x="306704" y="138302"/>
                </a:lnTo>
                <a:lnTo>
                  <a:pt x="53594" y="138302"/>
                </a:lnTo>
                <a:lnTo>
                  <a:pt x="53594" y="4825"/>
                </a:lnTo>
                <a:close/>
              </a:path>
              <a:path w="762634" h="379095">
                <a:moveTo>
                  <a:pt x="463169" y="0"/>
                </a:moveTo>
                <a:lnTo>
                  <a:pt x="706247" y="0"/>
                </a:lnTo>
                <a:lnTo>
                  <a:pt x="706247" y="97154"/>
                </a:lnTo>
                <a:lnTo>
                  <a:pt x="512825" y="97154"/>
                </a:lnTo>
                <a:lnTo>
                  <a:pt x="512825" y="119252"/>
                </a:lnTo>
                <a:lnTo>
                  <a:pt x="714882" y="119252"/>
                </a:lnTo>
                <a:lnTo>
                  <a:pt x="714882" y="159766"/>
                </a:lnTo>
                <a:lnTo>
                  <a:pt x="609600" y="159766"/>
                </a:lnTo>
                <a:lnTo>
                  <a:pt x="609600" y="186435"/>
                </a:lnTo>
                <a:lnTo>
                  <a:pt x="762507" y="186435"/>
                </a:lnTo>
                <a:lnTo>
                  <a:pt x="762507" y="227710"/>
                </a:lnTo>
                <a:lnTo>
                  <a:pt x="406907" y="227710"/>
                </a:lnTo>
                <a:lnTo>
                  <a:pt x="406907" y="186435"/>
                </a:lnTo>
                <a:lnTo>
                  <a:pt x="559434" y="186435"/>
                </a:lnTo>
                <a:lnTo>
                  <a:pt x="559434" y="159766"/>
                </a:lnTo>
                <a:lnTo>
                  <a:pt x="463169" y="159766"/>
                </a:lnTo>
                <a:lnTo>
                  <a:pt x="463169" y="60198"/>
                </a:lnTo>
                <a:lnTo>
                  <a:pt x="656590" y="60198"/>
                </a:lnTo>
                <a:lnTo>
                  <a:pt x="656590" y="40512"/>
                </a:lnTo>
                <a:lnTo>
                  <a:pt x="463169" y="40512"/>
                </a:lnTo>
                <a:lnTo>
                  <a:pt x="463169" y="0"/>
                </a:lnTo>
                <a:close/>
              </a:path>
            </a:pathLst>
          </a:custGeom>
          <a:ln w="9144">
            <a:solidFill>
              <a:srgbClr val="843B0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7" name="bg object 2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590531" y="0"/>
            <a:ext cx="1304544" cy="780288"/>
          </a:xfrm>
          <a:prstGeom prst="rect">
            <a:avLst/>
          </a:prstGeom>
        </p:spPr>
      </p:pic>
      <p:sp>
        <p:nvSpPr>
          <p:cNvPr id="28" name="bg object 28"/>
          <p:cNvSpPr/>
          <p:nvPr/>
        </p:nvSpPr>
        <p:spPr>
          <a:xfrm>
            <a:off x="10831830" y="98425"/>
            <a:ext cx="1155065" cy="383540"/>
          </a:xfrm>
          <a:custGeom>
            <a:avLst/>
            <a:gdLst/>
            <a:ahLst/>
            <a:cxnLst/>
            <a:rect l="l" t="t" r="r" b="b"/>
            <a:pathLst>
              <a:path w="1155065" h="383540">
                <a:moveTo>
                  <a:pt x="1154684" y="285369"/>
                </a:moveTo>
                <a:lnTo>
                  <a:pt x="799084" y="285369"/>
                </a:lnTo>
                <a:lnTo>
                  <a:pt x="799084" y="326898"/>
                </a:lnTo>
                <a:lnTo>
                  <a:pt x="1154684" y="326898"/>
                </a:lnTo>
                <a:lnTo>
                  <a:pt x="1154684" y="285369"/>
                </a:lnTo>
                <a:close/>
              </a:path>
              <a:path w="1155065" h="383540">
                <a:moveTo>
                  <a:pt x="244094" y="174625"/>
                </a:moveTo>
                <a:lnTo>
                  <a:pt x="194818" y="174625"/>
                </a:lnTo>
                <a:lnTo>
                  <a:pt x="194818" y="371983"/>
                </a:lnTo>
                <a:lnTo>
                  <a:pt x="244094" y="371983"/>
                </a:lnTo>
                <a:lnTo>
                  <a:pt x="244094" y="174625"/>
                </a:lnTo>
                <a:close/>
              </a:path>
              <a:path w="1155065" h="383540">
                <a:moveTo>
                  <a:pt x="155321" y="33020"/>
                </a:moveTo>
                <a:lnTo>
                  <a:pt x="0" y="33020"/>
                </a:lnTo>
                <a:lnTo>
                  <a:pt x="0" y="276351"/>
                </a:lnTo>
                <a:lnTo>
                  <a:pt x="155321" y="276351"/>
                </a:lnTo>
                <a:lnTo>
                  <a:pt x="155321" y="234442"/>
                </a:lnTo>
                <a:lnTo>
                  <a:pt x="49275" y="234442"/>
                </a:lnTo>
                <a:lnTo>
                  <a:pt x="49275" y="74549"/>
                </a:lnTo>
                <a:lnTo>
                  <a:pt x="155321" y="74549"/>
                </a:lnTo>
                <a:lnTo>
                  <a:pt x="155321" y="33020"/>
                </a:lnTo>
                <a:close/>
              </a:path>
              <a:path w="1155065" h="383540">
                <a:moveTo>
                  <a:pt x="155321" y="74549"/>
                </a:moveTo>
                <a:lnTo>
                  <a:pt x="106425" y="74549"/>
                </a:lnTo>
                <a:lnTo>
                  <a:pt x="106425" y="234442"/>
                </a:lnTo>
                <a:lnTo>
                  <a:pt x="155321" y="234442"/>
                </a:lnTo>
                <a:lnTo>
                  <a:pt x="155321" y="174625"/>
                </a:lnTo>
                <a:lnTo>
                  <a:pt x="244094" y="174625"/>
                </a:lnTo>
                <a:lnTo>
                  <a:pt x="244094" y="132333"/>
                </a:lnTo>
                <a:lnTo>
                  <a:pt x="155321" y="132333"/>
                </a:lnTo>
                <a:lnTo>
                  <a:pt x="155321" y="74549"/>
                </a:lnTo>
                <a:close/>
              </a:path>
              <a:path w="1155065" h="383540">
                <a:moveTo>
                  <a:pt x="244094" y="7747"/>
                </a:moveTo>
                <a:lnTo>
                  <a:pt x="194818" y="7747"/>
                </a:lnTo>
                <a:lnTo>
                  <a:pt x="194818" y="132333"/>
                </a:lnTo>
                <a:lnTo>
                  <a:pt x="244094" y="132333"/>
                </a:lnTo>
                <a:lnTo>
                  <a:pt x="244094" y="7747"/>
                </a:lnTo>
                <a:close/>
              </a:path>
              <a:path w="1155065" h="383540">
                <a:moveTo>
                  <a:pt x="1098042" y="33781"/>
                </a:moveTo>
                <a:lnTo>
                  <a:pt x="855726" y="33781"/>
                </a:lnTo>
                <a:lnTo>
                  <a:pt x="855726" y="209169"/>
                </a:lnTo>
                <a:lnTo>
                  <a:pt x="1103884" y="209169"/>
                </a:lnTo>
                <a:lnTo>
                  <a:pt x="1103884" y="167640"/>
                </a:lnTo>
                <a:lnTo>
                  <a:pt x="905764" y="167640"/>
                </a:lnTo>
                <a:lnTo>
                  <a:pt x="905764" y="75310"/>
                </a:lnTo>
                <a:lnTo>
                  <a:pt x="1098042" y="75310"/>
                </a:lnTo>
                <a:lnTo>
                  <a:pt x="1098042" y="33781"/>
                </a:lnTo>
                <a:close/>
              </a:path>
              <a:path w="1155065" h="383540">
                <a:moveTo>
                  <a:pt x="720978" y="0"/>
                </a:moveTo>
                <a:lnTo>
                  <a:pt x="671322" y="0"/>
                </a:lnTo>
                <a:lnTo>
                  <a:pt x="671322" y="116077"/>
                </a:lnTo>
                <a:lnTo>
                  <a:pt x="588264" y="116077"/>
                </a:lnTo>
                <a:lnTo>
                  <a:pt x="588264" y="157988"/>
                </a:lnTo>
                <a:lnTo>
                  <a:pt x="671322" y="157988"/>
                </a:lnTo>
                <a:lnTo>
                  <a:pt x="671322" y="383286"/>
                </a:lnTo>
                <a:lnTo>
                  <a:pt x="720978" y="383286"/>
                </a:lnTo>
                <a:lnTo>
                  <a:pt x="720978" y="0"/>
                </a:lnTo>
                <a:close/>
              </a:path>
              <a:path w="1155065" h="383540">
                <a:moveTo>
                  <a:pt x="533019" y="25653"/>
                </a:moveTo>
                <a:lnTo>
                  <a:pt x="483362" y="25653"/>
                </a:lnTo>
                <a:lnTo>
                  <a:pt x="483362" y="100202"/>
                </a:lnTo>
                <a:lnTo>
                  <a:pt x="481550" y="123777"/>
                </a:lnTo>
                <a:lnTo>
                  <a:pt x="467020" y="170068"/>
                </a:lnTo>
                <a:lnTo>
                  <a:pt x="438850" y="213881"/>
                </a:lnTo>
                <a:lnTo>
                  <a:pt x="402326" y="247739"/>
                </a:lnTo>
                <a:lnTo>
                  <a:pt x="381253" y="260476"/>
                </a:lnTo>
                <a:lnTo>
                  <a:pt x="419735" y="294639"/>
                </a:lnTo>
                <a:lnTo>
                  <a:pt x="446619" y="273161"/>
                </a:lnTo>
                <a:lnTo>
                  <a:pt x="470312" y="248920"/>
                </a:lnTo>
                <a:lnTo>
                  <a:pt x="490815" y="221916"/>
                </a:lnTo>
                <a:lnTo>
                  <a:pt x="508126" y="192150"/>
                </a:lnTo>
                <a:lnTo>
                  <a:pt x="564041" y="192150"/>
                </a:lnTo>
                <a:lnTo>
                  <a:pt x="540146" y="144637"/>
                </a:lnTo>
                <a:lnTo>
                  <a:pt x="533117" y="100202"/>
                </a:lnTo>
                <a:lnTo>
                  <a:pt x="533019" y="25653"/>
                </a:lnTo>
                <a:close/>
              </a:path>
              <a:path w="1155065" h="383540">
                <a:moveTo>
                  <a:pt x="564041" y="192150"/>
                </a:moveTo>
                <a:lnTo>
                  <a:pt x="508126" y="192150"/>
                </a:lnTo>
                <a:lnTo>
                  <a:pt x="524466" y="218797"/>
                </a:lnTo>
                <a:lnTo>
                  <a:pt x="544544" y="243681"/>
                </a:lnTo>
                <a:lnTo>
                  <a:pt x="568384" y="266803"/>
                </a:lnTo>
                <a:lnTo>
                  <a:pt x="596011" y="288163"/>
                </a:lnTo>
                <a:lnTo>
                  <a:pt x="630936" y="249300"/>
                </a:lnTo>
                <a:lnTo>
                  <a:pt x="611169" y="238996"/>
                </a:lnTo>
                <a:lnTo>
                  <a:pt x="593010" y="225440"/>
                </a:lnTo>
                <a:lnTo>
                  <a:pt x="576447" y="208670"/>
                </a:lnTo>
                <a:lnTo>
                  <a:pt x="564041" y="192150"/>
                </a:lnTo>
                <a:close/>
              </a:path>
              <a:path w="1155065" h="383540">
                <a:moveTo>
                  <a:pt x="320167" y="0"/>
                </a:moveTo>
                <a:lnTo>
                  <a:pt x="270510" y="0"/>
                </a:lnTo>
                <a:lnTo>
                  <a:pt x="270510" y="383286"/>
                </a:lnTo>
                <a:lnTo>
                  <a:pt x="320167" y="383286"/>
                </a:lnTo>
                <a:lnTo>
                  <a:pt x="32016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10831830" y="98425"/>
            <a:ext cx="1155065" cy="383540"/>
          </a:xfrm>
          <a:custGeom>
            <a:avLst/>
            <a:gdLst/>
            <a:ahLst/>
            <a:cxnLst/>
            <a:rect l="l" t="t" r="r" b="b"/>
            <a:pathLst>
              <a:path w="1155065" h="383540">
                <a:moveTo>
                  <a:pt x="799084" y="285369"/>
                </a:moveTo>
                <a:lnTo>
                  <a:pt x="1154684" y="285369"/>
                </a:lnTo>
                <a:lnTo>
                  <a:pt x="1154684" y="326898"/>
                </a:lnTo>
                <a:lnTo>
                  <a:pt x="799084" y="326898"/>
                </a:lnTo>
                <a:lnTo>
                  <a:pt x="799084" y="285369"/>
                </a:lnTo>
                <a:close/>
              </a:path>
              <a:path w="1155065" h="383540">
                <a:moveTo>
                  <a:pt x="49275" y="74549"/>
                </a:moveTo>
                <a:lnTo>
                  <a:pt x="49275" y="234442"/>
                </a:lnTo>
                <a:lnTo>
                  <a:pt x="106425" y="234442"/>
                </a:lnTo>
                <a:lnTo>
                  <a:pt x="106425" y="74549"/>
                </a:lnTo>
                <a:lnTo>
                  <a:pt x="49275" y="74549"/>
                </a:lnTo>
                <a:close/>
              </a:path>
              <a:path w="1155065" h="383540">
                <a:moveTo>
                  <a:pt x="855726" y="33781"/>
                </a:moveTo>
                <a:lnTo>
                  <a:pt x="1098042" y="33781"/>
                </a:lnTo>
                <a:lnTo>
                  <a:pt x="1098042" y="75310"/>
                </a:lnTo>
                <a:lnTo>
                  <a:pt x="905764" y="75310"/>
                </a:lnTo>
                <a:lnTo>
                  <a:pt x="905764" y="167640"/>
                </a:lnTo>
                <a:lnTo>
                  <a:pt x="1103884" y="167640"/>
                </a:lnTo>
                <a:lnTo>
                  <a:pt x="1103884" y="209169"/>
                </a:lnTo>
                <a:lnTo>
                  <a:pt x="855726" y="209169"/>
                </a:lnTo>
                <a:lnTo>
                  <a:pt x="855726" y="33781"/>
                </a:lnTo>
                <a:close/>
              </a:path>
              <a:path w="1155065" h="383540">
                <a:moveTo>
                  <a:pt x="483362" y="25653"/>
                </a:moveTo>
                <a:lnTo>
                  <a:pt x="533019" y="25653"/>
                </a:lnTo>
                <a:lnTo>
                  <a:pt x="533019" y="98932"/>
                </a:lnTo>
                <a:lnTo>
                  <a:pt x="534802" y="121981"/>
                </a:lnTo>
                <a:lnTo>
                  <a:pt x="549038" y="166887"/>
                </a:lnTo>
                <a:lnTo>
                  <a:pt x="576447" y="208670"/>
                </a:lnTo>
                <a:lnTo>
                  <a:pt x="611169" y="238996"/>
                </a:lnTo>
                <a:lnTo>
                  <a:pt x="630936" y="249300"/>
                </a:lnTo>
                <a:lnTo>
                  <a:pt x="596011" y="288163"/>
                </a:lnTo>
                <a:lnTo>
                  <a:pt x="568384" y="266803"/>
                </a:lnTo>
                <a:lnTo>
                  <a:pt x="544544" y="243681"/>
                </a:lnTo>
                <a:lnTo>
                  <a:pt x="524466" y="218797"/>
                </a:lnTo>
                <a:lnTo>
                  <a:pt x="508126" y="192150"/>
                </a:lnTo>
                <a:lnTo>
                  <a:pt x="490815" y="221916"/>
                </a:lnTo>
                <a:lnTo>
                  <a:pt x="470312" y="248920"/>
                </a:lnTo>
                <a:lnTo>
                  <a:pt x="446619" y="273161"/>
                </a:lnTo>
                <a:lnTo>
                  <a:pt x="419735" y="294639"/>
                </a:lnTo>
                <a:lnTo>
                  <a:pt x="381253" y="260476"/>
                </a:lnTo>
                <a:lnTo>
                  <a:pt x="402326" y="247739"/>
                </a:lnTo>
                <a:lnTo>
                  <a:pt x="421528" y="232203"/>
                </a:lnTo>
                <a:lnTo>
                  <a:pt x="454278" y="192785"/>
                </a:lnTo>
                <a:lnTo>
                  <a:pt x="476107" y="147065"/>
                </a:lnTo>
                <a:lnTo>
                  <a:pt x="483362" y="100202"/>
                </a:lnTo>
                <a:lnTo>
                  <a:pt x="483362" y="25653"/>
                </a:lnTo>
                <a:close/>
              </a:path>
              <a:path w="1155065" h="383540">
                <a:moveTo>
                  <a:pt x="194818" y="7747"/>
                </a:moveTo>
                <a:lnTo>
                  <a:pt x="244094" y="7747"/>
                </a:lnTo>
                <a:lnTo>
                  <a:pt x="244094" y="371983"/>
                </a:lnTo>
                <a:lnTo>
                  <a:pt x="194818" y="371983"/>
                </a:lnTo>
                <a:lnTo>
                  <a:pt x="194818" y="174625"/>
                </a:lnTo>
                <a:lnTo>
                  <a:pt x="155321" y="174625"/>
                </a:lnTo>
                <a:lnTo>
                  <a:pt x="155321" y="276351"/>
                </a:lnTo>
                <a:lnTo>
                  <a:pt x="0" y="276351"/>
                </a:lnTo>
                <a:lnTo>
                  <a:pt x="0" y="33020"/>
                </a:lnTo>
                <a:lnTo>
                  <a:pt x="155321" y="33020"/>
                </a:lnTo>
                <a:lnTo>
                  <a:pt x="155321" y="132333"/>
                </a:lnTo>
                <a:lnTo>
                  <a:pt x="194818" y="132333"/>
                </a:lnTo>
                <a:lnTo>
                  <a:pt x="194818" y="7747"/>
                </a:lnTo>
                <a:close/>
              </a:path>
              <a:path w="1155065" h="383540">
                <a:moveTo>
                  <a:pt x="671322" y="0"/>
                </a:moveTo>
                <a:lnTo>
                  <a:pt x="720978" y="0"/>
                </a:lnTo>
                <a:lnTo>
                  <a:pt x="720978" y="383286"/>
                </a:lnTo>
                <a:lnTo>
                  <a:pt x="671322" y="383286"/>
                </a:lnTo>
                <a:lnTo>
                  <a:pt x="671322" y="157988"/>
                </a:lnTo>
                <a:lnTo>
                  <a:pt x="588264" y="157988"/>
                </a:lnTo>
                <a:lnTo>
                  <a:pt x="588264" y="116077"/>
                </a:lnTo>
                <a:lnTo>
                  <a:pt x="671322" y="116077"/>
                </a:lnTo>
                <a:lnTo>
                  <a:pt x="671322" y="0"/>
                </a:lnTo>
                <a:close/>
              </a:path>
              <a:path w="1155065" h="383540">
                <a:moveTo>
                  <a:pt x="270510" y="0"/>
                </a:moveTo>
                <a:lnTo>
                  <a:pt x="320167" y="0"/>
                </a:lnTo>
                <a:lnTo>
                  <a:pt x="320167" y="383286"/>
                </a:lnTo>
                <a:lnTo>
                  <a:pt x="270510" y="383286"/>
                </a:lnTo>
                <a:lnTo>
                  <a:pt x="270510" y="0"/>
                </a:lnTo>
                <a:close/>
              </a:path>
            </a:pathLst>
          </a:custGeom>
          <a:ln w="9144">
            <a:solidFill>
              <a:srgbClr val="843B0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0" name="bg object 3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546080" y="0"/>
            <a:ext cx="1645920" cy="78028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rgbClr val="3A3838"/>
                </a:solidFill>
                <a:latin typeface="맑은 고딕"/>
                <a:cs typeface="맑은 고딕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맑은 고딕"/>
                <a:cs typeface="맑은 고딕"/>
              </a:defRPr>
            </a:lvl1pPr>
          </a:lstStyle>
          <a:p>
            <a:pPr marL="36830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rgbClr val="3A3838"/>
                </a:solidFill>
                <a:latin typeface="맑은 고딕"/>
                <a:cs typeface="맑은 고딕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맑은 고딕"/>
                <a:cs typeface="맑은 고딕"/>
              </a:defRPr>
            </a:lvl1pPr>
          </a:lstStyle>
          <a:p>
            <a:pPr marL="36830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rgbClr val="3A3838"/>
                </a:solidFill>
                <a:latin typeface="맑은 고딕"/>
                <a:cs typeface="맑은 고딕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맑은 고딕"/>
                <a:cs typeface="맑은 고딕"/>
              </a:defRPr>
            </a:lvl1pPr>
          </a:lstStyle>
          <a:p>
            <a:pPr marL="36830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맑은 고딕"/>
                <a:cs typeface="맑은 고딕"/>
              </a:defRPr>
            </a:lvl1pPr>
          </a:lstStyle>
          <a:p>
            <a:pPr marL="36830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6664" y="671829"/>
            <a:ext cx="2865120" cy="2997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rgbClr val="3A3838"/>
                </a:solidFill>
                <a:latin typeface="맑은 고딕"/>
                <a:cs typeface="맑은 고딕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6664" y="1222374"/>
            <a:ext cx="12018670" cy="38055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981053" y="6419409"/>
            <a:ext cx="160654" cy="228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맑은 고딕"/>
                <a:cs typeface="맑은 고딕"/>
              </a:defRPr>
            </a:lvl1pPr>
          </a:lstStyle>
          <a:p>
            <a:pPr marL="36830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46575" y="2364993"/>
            <a:ext cx="353822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45" dirty="0">
                <a:solidFill>
                  <a:srgbClr val="843B0C"/>
                </a:solidFill>
              </a:rPr>
              <a:t>C</a:t>
            </a:r>
            <a:r>
              <a:rPr sz="4000" spc="-155" dirty="0">
                <a:solidFill>
                  <a:srgbClr val="843B0C"/>
                </a:solidFill>
              </a:rPr>
              <a:t>l</a:t>
            </a:r>
            <a:r>
              <a:rPr sz="4000" spc="-145" dirty="0">
                <a:solidFill>
                  <a:srgbClr val="843B0C"/>
                </a:solidFill>
              </a:rPr>
              <a:t>a</a:t>
            </a:r>
            <a:r>
              <a:rPr sz="4000" spc="-150" dirty="0">
                <a:solidFill>
                  <a:srgbClr val="843B0C"/>
                </a:solidFill>
              </a:rPr>
              <a:t>s</a:t>
            </a:r>
            <a:r>
              <a:rPr sz="4000" spc="-5" dirty="0">
                <a:solidFill>
                  <a:srgbClr val="843B0C"/>
                </a:solidFill>
              </a:rPr>
              <a:t>s</a:t>
            </a:r>
            <a:r>
              <a:rPr sz="4000" spc="-315" dirty="0">
                <a:solidFill>
                  <a:srgbClr val="843B0C"/>
                </a:solidFill>
              </a:rPr>
              <a:t> </a:t>
            </a:r>
            <a:r>
              <a:rPr sz="4000" spc="-5" dirty="0">
                <a:solidFill>
                  <a:srgbClr val="843B0C"/>
                </a:solidFill>
              </a:rPr>
              <a:t>.</a:t>
            </a:r>
            <a:r>
              <a:rPr sz="4000" spc="-280" dirty="0">
                <a:solidFill>
                  <a:srgbClr val="843B0C"/>
                </a:solidFill>
              </a:rPr>
              <a:t> </a:t>
            </a:r>
            <a:r>
              <a:rPr sz="4000" spc="-150" dirty="0">
                <a:solidFill>
                  <a:srgbClr val="843B0C"/>
                </a:solidFill>
              </a:rPr>
              <a:t>제이쿼리</a:t>
            </a:r>
            <a:endParaRPr sz="4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328" y="2340749"/>
            <a:ext cx="12176125" cy="708025"/>
          </a:xfrm>
          <a:custGeom>
            <a:avLst/>
            <a:gdLst/>
            <a:ahLst/>
            <a:cxnLst/>
            <a:rect l="l" t="t" r="r" b="b"/>
            <a:pathLst>
              <a:path w="12176125" h="708025">
                <a:moveTo>
                  <a:pt x="0" y="707885"/>
                </a:moveTo>
                <a:lnTo>
                  <a:pt x="12175671" y="707885"/>
                </a:lnTo>
                <a:lnTo>
                  <a:pt x="12175671" y="0"/>
                </a:lnTo>
                <a:lnTo>
                  <a:pt x="0" y="0"/>
                </a:lnTo>
                <a:lnTo>
                  <a:pt x="0" y="707885"/>
                </a:lnTo>
                <a:close/>
              </a:path>
            </a:pathLst>
          </a:custGeom>
          <a:solidFill>
            <a:srgbClr val="843B0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579745" y="2364993"/>
            <a:ext cx="58293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spc="-150" dirty="0">
                <a:solidFill>
                  <a:srgbClr val="FFFFFF"/>
                </a:solidFill>
                <a:latin typeface="맑은 고딕"/>
                <a:cs typeface="맑은 고딕"/>
              </a:rPr>
              <a:t>01</a:t>
            </a:r>
            <a:endParaRPr sz="4000">
              <a:latin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-4762" y="0"/>
            <a:ext cx="12201525" cy="784225"/>
            <a:chOff x="-4762" y="0"/>
            <a:chExt cx="12201525" cy="784225"/>
          </a:xfrm>
        </p:grpSpPr>
        <p:sp>
          <p:nvSpPr>
            <p:cNvPr id="4" name="object 4"/>
            <p:cNvSpPr/>
            <p:nvPr/>
          </p:nvSpPr>
          <p:spPr>
            <a:xfrm>
              <a:off x="0" y="952"/>
              <a:ext cx="12192000" cy="584835"/>
            </a:xfrm>
            <a:custGeom>
              <a:avLst/>
              <a:gdLst/>
              <a:ahLst/>
              <a:cxnLst/>
              <a:rect l="l" t="t" r="r" b="b"/>
              <a:pathLst>
                <a:path w="12192000" h="584835">
                  <a:moveTo>
                    <a:pt x="12192000" y="0"/>
                  </a:moveTo>
                  <a:lnTo>
                    <a:pt x="0" y="0"/>
                  </a:lnTo>
                  <a:lnTo>
                    <a:pt x="0" y="584771"/>
                  </a:lnTo>
                  <a:lnTo>
                    <a:pt x="12192000" y="584771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48210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952"/>
              <a:ext cx="12192000" cy="584835"/>
            </a:xfrm>
            <a:custGeom>
              <a:avLst/>
              <a:gdLst/>
              <a:ahLst/>
              <a:cxnLst/>
              <a:rect l="l" t="t" r="r" b="b"/>
              <a:pathLst>
                <a:path w="12192000" h="584835">
                  <a:moveTo>
                    <a:pt x="0" y="584771"/>
                  </a:moveTo>
                  <a:lnTo>
                    <a:pt x="12192000" y="584771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584771"/>
                  </a:lnTo>
                  <a:close/>
                </a:path>
              </a:pathLst>
            </a:custGeom>
            <a:ln w="9525">
              <a:solidFill>
                <a:srgbClr val="843B0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291576" y="98425"/>
              <a:ext cx="1551305" cy="383540"/>
            </a:xfrm>
            <a:custGeom>
              <a:avLst/>
              <a:gdLst/>
              <a:ahLst/>
              <a:cxnLst/>
              <a:rect l="l" t="t" r="r" b="b"/>
              <a:pathLst>
                <a:path w="1551304" h="383540">
                  <a:moveTo>
                    <a:pt x="530732" y="24383"/>
                  </a:moveTo>
                  <a:lnTo>
                    <a:pt x="489410" y="33242"/>
                  </a:lnTo>
                  <a:lnTo>
                    <a:pt x="457326" y="59817"/>
                  </a:lnTo>
                  <a:lnTo>
                    <a:pt x="436641" y="101854"/>
                  </a:lnTo>
                  <a:lnTo>
                    <a:pt x="429768" y="157225"/>
                  </a:lnTo>
                  <a:lnTo>
                    <a:pt x="431504" y="186136"/>
                  </a:lnTo>
                  <a:lnTo>
                    <a:pt x="445359" y="234574"/>
                  </a:lnTo>
                  <a:lnTo>
                    <a:pt x="472386" y="269869"/>
                  </a:lnTo>
                  <a:lnTo>
                    <a:pt x="509014" y="287827"/>
                  </a:lnTo>
                  <a:lnTo>
                    <a:pt x="530732" y="290067"/>
                  </a:lnTo>
                  <a:lnTo>
                    <a:pt x="552521" y="287849"/>
                  </a:lnTo>
                  <a:lnTo>
                    <a:pt x="571976" y="281177"/>
                  </a:lnTo>
                  <a:lnTo>
                    <a:pt x="589097" y="270029"/>
                  </a:lnTo>
                  <a:lnTo>
                    <a:pt x="603884" y="254380"/>
                  </a:lnTo>
                  <a:lnTo>
                    <a:pt x="607698" y="248157"/>
                  </a:lnTo>
                  <a:lnTo>
                    <a:pt x="530732" y="248157"/>
                  </a:lnTo>
                  <a:lnTo>
                    <a:pt x="520132" y="246612"/>
                  </a:lnTo>
                  <a:lnTo>
                    <a:pt x="486927" y="210185"/>
                  </a:lnTo>
                  <a:lnTo>
                    <a:pt x="478408" y="157606"/>
                  </a:lnTo>
                  <a:lnTo>
                    <a:pt x="479335" y="137727"/>
                  </a:lnTo>
                  <a:lnTo>
                    <a:pt x="493141" y="91185"/>
                  </a:lnTo>
                  <a:lnTo>
                    <a:pt x="530732" y="66801"/>
                  </a:lnTo>
                  <a:lnTo>
                    <a:pt x="607878" y="66801"/>
                  </a:lnTo>
                  <a:lnTo>
                    <a:pt x="603757" y="60071"/>
                  </a:lnTo>
                  <a:lnTo>
                    <a:pt x="588918" y="44475"/>
                  </a:lnTo>
                  <a:lnTo>
                    <a:pt x="571817" y="33321"/>
                  </a:lnTo>
                  <a:lnTo>
                    <a:pt x="552430" y="26620"/>
                  </a:lnTo>
                  <a:lnTo>
                    <a:pt x="530732" y="24383"/>
                  </a:lnTo>
                  <a:close/>
                </a:path>
                <a:path w="1551304" h="383540">
                  <a:moveTo>
                    <a:pt x="607878" y="66801"/>
                  </a:moveTo>
                  <a:lnTo>
                    <a:pt x="530732" y="66801"/>
                  </a:lnTo>
                  <a:lnTo>
                    <a:pt x="541641" y="68325"/>
                  </a:lnTo>
                  <a:lnTo>
                    <a:pt x="551513" y="72898"/>
                  </a:lnTo>
                  <a:lnTo>
                    <a:pt x="574605" y="104493"/>
                  </a:lnTo>
                  <a:lnTo>
                    <a:pt x="582802" y="157606"/>
                  </a:lnTo>
                  <a:lnTo>
                    <a:pt x="581852" y="177464"/>
                  </a:lnTo>
                  <a:lnTo>
                    <a:pt x="567690" y="223774"/>
                  </a:lnTo>
                  <a:lnTo>
                    <a:pt x="530732" y="248157"/>
                  </a:lnTo>
                  <a:lnTo>
                    <a:pt x="607698" y="248157"/>
                  </a:lnTo>
                  <a:lnTo>
                    <a:pt x="615793" y="234949"/>
                  </a:lnTo>
                  <a:lnTo>
                    <a:pt x="624284" y="212280"/>
                  </a:lnTo>
                  <a:lnTo>
                    <a:pt x="629370" y="186372"/>
                  </a:lnTo>
                  <a:lnTo>
                    <a:pt x="631063" y="157225"/>
                  </a:lnTo>
                  <a:lnTo>
                    <a:pt x="629350" y="128097"/>
                  </a:lnTo>
                  <a:lnTo>
                    <a:pt x="624220" y="102219"/>
                  </a:lnTo>
                  <a:lnTo>
                    <a:pt x="615686" y="79555"/>
                  </a:lnTo>
                  <a:lnTo>
                    <a:pt x="607878" y="66801"/>
                  </a:lnTo>
                  <a:close/>
                </a:path>
                <a:path w="1551304" h="383540">
                  <a:moveTo>
                    <a:pt x="265302" y="7747"/>
                  </a:moveTo>
                  <a:lnTo>
                    <a:pt x="216026" y="7747"/>
                  </a:lnTo>
                  <a:lnTo>
                    <a:pt x="216026" y="126110"/>
                  </a:lnTo>
                  <a:lnTo>
                    <a:pt x="163195" y="126110"/>
                  </a:lnTo>
                  <a:lnTo>
                    <a:pt x="163195" y="166497"/>
                  </a:lnTo>
                  <a:lnTo>
                    <a:pt x="216026" y="166497"/>
                  </a:lnTo>
                  <a:lnTo>
                    <a:pt x="216026" y="371983"/>
                  </a:lnTo>
                  <a:lnTo>
                    <a:pt x="265302" y="371983"/>
                  </a:lnTo>
                  <a:lnTo>
                    <a:pt x="265302" y="7747"/>
                  </a:lnTo>
                  <a:close/>
                </a:path>
                <a:path w="1551304" h="383540">
                  <a:moveTo>
                    <a:pt x="130175" y="73659"/>
                  </a:moveTo>
                  <a:lnTo>
                    <a:pt x="81915" y="73659"/>
                  </a:lnTo>
                  <a:lnTo>
                    <a:pt x="81915" y="116077"/>
                  </a:lnTo>
                  <a:lnTo>
                    <a:pt x="80581" y="138797"/>
                  </a:lnTo>
                  <a:lnTo>
                    <a:pt x="69913" y="181711"/>
                  </a:lnTo>
                  <a:lnTo>
                    <a:pt x="48791" y="220813"/>
                  </a:lnTo>
                  <a:lnTo>
                    <a:pt x="18502" y="253579"/>
                  </a:lnTo>
                  <a:lnTo>
                    <a:pt x="0" y="267462"/>
                  </a:lnTo>
                  <a:lnTo>
                    <a:pt x="36575" y="298576"/>
                  </a:lnTo>
                  <a:lnTo>
                    <a:pt x="66151" y="269734"/>
                  </a:lnTo>
                  <a:lnTo>
                    <a:pt x="94567" y="231282"/>
                  </a:lnTo>
                  <a:lnTo>
                    <a:pt x="106172" y="208788"/>
                  </a:lnTo>
                  <a:lnTo>
                    <a:pt x="158412" y="208788"/>
                  </a:lnTo>
                  <a:lnTo>
                    <a:pt x="135048" y="159194"/>
                  </a:lnTo>
                  <a:lnTo>
                    <a:pt x="130175" y="120396"/>
                  </a:lnTo>
                  <a:lnTo>
                    <a:pt x="130175" y="73659"/>
                  </a:lnTo>
                  <a:close/>
                </a:path>
                <a:path w="1551304" h="383540">
                  <a:moveTo>
                    <a:pt x="158412" y="208788"/>
                  </a:moveTo>
                  <a:lnTo>
                    <a:pt x="106172" y="208788"/>
                  </a:lnTo>
                  <a:lnTo>
                    <a:pt x="110690" y="217554"/>
                  </a:lnTo>
                  <a:lnTo>
                    <a:pt x="133603" y="249808"/>
                  </a:lnTo>
                  <a:lnTo>
                    <a:pt x="161411" y="279366"/>
                  </a:lnTo>
                  <a:lnTo>
                    <a:pt x="169672" y="286130"/>
                  </a:lnTo>
                  <a:lnTo>
                    <a:pt x="203453" y="253110"/>
                  </a:lnTo>
                  <a:lnTo>
                    <a:pt x="187309" y="240849"/>
                  </a:lnTo>
                  <a:lnTo>
                    <a:pt x="172974" y="227123"/>
                  </a:lnTo>
                  <a:lnTo>
                    <a:pt x="160448" y="211945"/>
                  </a:lnTo>
                  <a:lnTo>
                    <a:pt x="158412" y="208788"/>
                  </a:lnTo>
                  <a:close/>
                </a:path>
                <a:path w="1551304" h="383540">
                  <a:moveTo>
                    <a:pt x="188849" y="32257"/>
                  </a:moveTo>
                  <a:lnTo>
                    <a:pt x="15875" y="32257"/>
                  </a:lnTo>
                  <a:lnTo>
                    <a:pt x="15875" y="73659"/>
                  </a:lnTo>
                  <a:lnTo>
                    <a:pt x="188849" y="73659"/>
                  </a:lnTo>
                  <a:lnTo>
                    <a:pt x="188849" y="32257"/>
                  </a:lnTo>
                  <a:close/>
                </a:path>
                <a:path w="1551304" h="383540">
                  <a:moveTo>
                    <a:pt x="1438148" y="29591"/>
                  </a:moveTo>
                  <a:lnTo>
                    <a:pt x="1253363" y="29591"/>
                  </a:lnTo>
                  <a:lnTo>
                    <a:pt x="1253363" y="71500"/>
                  </a:lnTo>
                  <a:lnTo>
                    <a:pt x="1388872" y="71500"/>
                  </a:lnTo>
                  <a:lnTo>
                    <a:pt x="1388872" y="135890"/>
                  </a:lnTo>
                  <a:lnTo>
                    <a:pt x="1252601" y="135890"/>
                  </a:lnTo>
                  <a:lnTo>
                    <a:pt x="1252601" y="297814"/>
                  </a:lnTo>
                  <a:lnTo>
                    <a:pt x="1384046" y="297279"/>
                  </a:lnTo>
                  <a:lnTo>
                    <a:pt x="1436624" y="294624"/>
                  </a:lnTo>
                  <a:lnTo>
                    <a:pt x="1470532" y="290067"/>
                  </a:lnTo>
                  <a:lnTo>
                    <a:pt x="1465208" y="256309"/>
                  </a:lnTo>
                  <a:lnTo>
                    <a:pt x="1361009" y="256309"/>
                  </a:lnTo>
                  <a:lnTo>
                    <a:pt x="1301623" y="256285"/>
                  </a:lnTo>
                  <a:lnTo>
                    <a:pt x="1301623" y="177419"/>
                  </a:lnTo>
                  <a:lnTo>
                    <a:pt x="1438148" y="177419"/>
                  </a:lnTo>
                  <a:lnTo>
                    <a:pt x="1438148" y="29591"/>
                  </a:lnTo>
                  <a:close/>
                </a:path>
                <a:path w="1551304" h="383540">
                  <a:moveTo>
                    <a:pt x="1464182" y="249808"/>
                  </a:moveTo>
                  <a:lnTo>
                    <a:pt x="1442301" y="253071"/>
                  </a:lnTo>
                  <a:lnTo>
                    <a:pt x="1407906" y="255238"/>
                  </a:lnTo>
                  <a:lnTo>
                    <a:pt x="1361009" y="256309"/>
                  </a:lnTo>
                  <a:lnTo>
                    <a:pt x="1465208" y="256309"/>
                  </a:lnTo>
                  <a:lnTo>
                    <a:pt x="1464182" y="249808"/>
                  </a:lnTo>
                  <a:close/>
                </a:path>
                <a:path w="1551304" h="383540">
                  <a:moveTo>
                    <a:pt x="1150874" y="0"/>
                  </a:moveTo>
                  <a:lnTo>
                    <a:pt x="1101090" y="0"/>
                  </a:lnTo>
                  <a:lnTo>
                    <a:pt x="1101090" y="237998"/>
                  </a:lnTo>
                  <a:lnTo>
                    <a:pt x="1019301" y="237998"/>
                  </a:lnTo>
                  <a:lnTo>
                    <a:pt x="1019301" y="279526"/>
                  </a:lnTo>
                  <a:lnTo>
                    <a:pt x="1101090" y="279526"/>
                  </a:lnTo>
                  <a:lnTo>
                    <a:pt x="1101090" y="383286"/>
                  </a:lnTo>
                  <a:lnTo>
                    <a:pt x="1150874" y="383286"/>
                  </a:lnTo>
                  <a:lnTo>
                    <a:pt x="1150874" y="0"/>
                  </a:lnTo>
                  <a:close/>
                </a:path>
                <a:path w="1551304" h="383540">
                  <a:moveTo>
                    <a:pt x="971169" y="210439"/>
                  </a:moveTo>
                  <a:lnTo>
                    <a:pt x="922527" y="210439"/>
                  </a:lnTo>
                  <a:lnTo>
                    <a:pt x="922527" y="369188"/>
                  </a:lnTo>
                  <a:lnTo>
                    <a:pt x="971169" y="369188"/>
                  </a:lnTo>
                  <a:lnTo>
                    <a:pt x="971169" y="210439"/>
                  </a:lnTo>
                  <a:close/>
                </a:path>
                <a:path w="1551304" h="383540">
                  <a:moveTo>
                    <a:pt x="1035455" y="126110"/>
                  </a:moveTo>
                  <a:lnTo>
                    <a:pt x="988949" y="126110"/>
                  </a:lnTo>
                  <a:lnTo>
                    <a:pt x="986281" y="167640"/>
                  </a:lnTo>
                  <a:lnTo>
                    <a:pt x="816991" y="169672"/>
                  </a:lnTo>
                  <a:lnTo>
                    <a:pt x="821944" y="211581"/>
                  </a:lnTo>
                  <a:lnTo>
                    <a:pt x="899025" y="210939"/>
                  </a:lnTo>
                  <a:lnTo>
                    <a:pt x="922527" y="210439"/>
                  </a:lnTo>
                  <a:lnTo>
                    <a:pt x="971169" y="210439"/>
                  </a:lnTo>
                  <a:lnTo>
                    <a:pt x="971169" y="209169"/>
                  </a:lnTo>
                  <a:lnTo>
                    <a:pt x="995648" y="208694"/>
                  </a:lnTo>
                  <a:lnTo>
                    <a:pt x="1022222" y="207851"/>
                  </a:lnTo>
                  <a:lnTo>
                    <a:pt x="1081658" y="205104"/>
                  </a:lnTo>
                  <a:lnTo>
                    <a:pt x="1079274" y="166116"/>
                  </a:lnTo>
                  <a:lnTo>
                    <a:pt x="1032382" y="166116"/>
                  </a:lnTo>
                  <a:lnTo>
                    <a:pt x="1035455" y="126110"/>
                  </a:lnTo>
                  <a:close/>
                </a:path>
                <a:path w="1551304" h="383540">
                  <a:moveTo>
                    <a:pt x="1079119" y="163575"/>
                  </a:moveTo>
                  <a:lnTo>
                    <a:pt x="1032382" y="166116"/>
                  </a:lnTo>
                  <a:lnTo>
                    <a:pt x="1079274" y="166116"/>
                  </a:lnTo>
                  <a:lnTo>
                    <a:pt x="1079119" y="163575"/>
                  </a:lnTo>
                  <a:close/>
                </a:path>
                <a:path w="1551304" h="383540">
                  <a:moveTo>
                    <a:pt x="1040129" y="14350"/>
                  </a:moveTo>
                  <a:lnTo>
                    <a:pt x="852424" y="14350"/>
                  </a:lnTo>
                  <a:lnTo>
                    <a:pt x="852424" y="56642"/>
                  </a:lnTo>
                  <a:lnTo>
                    <a:pt x="990853" y="56642"/>
                  </a:lnTo>
                  <a:lnTo>
                    <a:pt x="990473" y="86995"/>
                  </a:lnTo>
                  <a:lnTo>
                    <a:pt x="838326" y="91948"/>
                  </a:lnTo>
                  <a:lnTo>
                    <a:pt x="849249" y="133476"/>
                  </a:lnTo>
                  <a:lnTo>
                    <a:pt x="988949" y="126110"/>
                  </a:lnTo>
                  <a:lnTo>
                    <a:pt x="1035455" y="126110"/>
                  </a:lnTo>
                  <a:lnTo>
                    <a:pt x="1035790" y="121757"/>
                  </a:lnTo>
                  <a:lnTo>
                    <a:pt x="1038209" y="81660"/>
                  </a:lnTo>
                  <a:lnTo>
                    <a:pt x="1039651" y="45850"/>
                  </a:lnTo>
                  <a:lnTo>
                    <a:pt x="1040129" y="14350"/>
                  </a:lnTo>
                  <a:close/>
                </a:path>
                <a:path w="1551304" h="383540">
                  <a:moveTo>
                    <a:pt x="1550797" y="0"/>
                  </a:moveTo>
                  <a:lnTo>
                    <a:pt x="1501521" y="0"/>
                  </a:lnTo>
                  <a:lnTo>
                    <a:pt x="1501521" y="383286"/>
                  </a:lnTo>
                  <a:lnTo>
                    <a:pt x="1550797" y="383286"/>
                  </a:lnTo>
                  <a:lnTo>
                    <a:pt x="1550797" y="0"/>
                  </a:lnTo>
                  <a:close/>
                </a:path>
                <a:path w="1551304" h="383540">
                  <a:moveTo>
                    <a:pt x="738124" y="0"/>
                  </a:moveTo>
                  <a:lnTo>
                    <a:pt x="688848" y="0"/>
                  </a:lnTo>
                  <a:lnTo>
                    <a:pt x="688848" y="383286"/>
                  </a:lnTo>
                  <a:lnTo>
                    <a:pt x="738124" y="383286"/>
                  </a:lnTo>
                  <a:lnTo>
                    <a:pt x="738124" y="0"/>
                  </a:lnTo>
                  <a:close/>
                </a:path>
                <a:path w="1551304" h="383540">
                  <a:moveTo>
                    <a:pt x="343407" y="0"/>
                  </a:moveTo>
                  <a:lnTo>
                    <a:pt x="293877" y="0"/>
                  </a:lnTo>
                  <a:lnTo>
                    <a:pt x="293877" y="383286"/>
                  </a:lnTo>
                  <a:lnTo>
                    <a:pt x="343407" y="383286"/>
                  </a:lnTo>
                  <a:lnTo>
                    <a:pt x="34340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765413" y="160654"/>
              <a:ext cx="113538" cy="19050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8291576" y="98425"/>
              <a:ext cx="1551305" cy="383540"/>
            </a:xfrm>
            <a:custGeom>
              <a:avLst/>
              <a:gdLst/>
              <a:ahLst/>
              <a:cxnLst/>
              <a:rect l="l" t="t" r="r" b="b"/>
              <a:pathLst>
                <a:path w="1551304" h="383540">
                  <a:moveTo>
                    <a:pt x="15875" y="32257"/>
                  </a:moveTo>
                  <a:lnTo>
                    <a:pt x="188849" y="32257"/>
                  </a:lnTo>
                  <a:lnTo>
                    <a:pt x="188849" y="73659"/>
                  </a:lnTo>
                  <a:lnTo>
                    <a:pt x="130175" y="73659"/>
                  </a:lnTo>
                  <a:lnTo>
                    <a:pt x="130175" y="120396"/>
                  </a:lnTo>
                  <a:lnTo>
                    <a:pt x="135048" y="159194"/>
                  </a:lnTo>
                  <a:lnTo>
                    <a:pt x="149732" y="195325"/>
                  </a:lnTo>
                  <a:lnTo>
                    <a:pt x="172974" y="227123"/>
                  </a:lnTo>
                  <a:lnTo>
                    <a:pt x="203453" y="253110"/>
                  </a:lnTo>
                  <a:lnTo>
                    <a:pt x="169672" y="286130"/>
                  </a:lnTo>
                  <a:lnTo>
                    <a:pt x="133603" y="249808"/>
                  </a:lnTo>
                  <a:lnTo>
                    <a:pt x="110690" y="217554"/>
                  </a:lnTo>
                  <a:lnTo>
                    <a:pt x="106172" y="208788"/>
                  </a:lnTo>
                  <a:lnTo>
                    <a:pt x="101173" y="219648"/>
                  </a:lnTo>
                  <a:lnTo>
                    <a:pt x="76580" y="256921"/>
                  </a:lnTo>
                  <a:lnTo>
                    <a:pt x="46148" y="290550"/>
                  </a:lnTo>
                  <a:lnTo>
                    <a:pt x="36575" y="298576"/>
                  </a:lnTo>
                  <a:lnTo>
                    <a:pt x="0" y="267462"/>
                  </a:lnTo>
                  <a:lnTo>
                    <a:pt x="18502" y="253579"/>
                  </a:lnTo>
                  <a:lnTo>
                    <a:pt x="34766" y="238029"/>
                  </a:lnTo>
                  <a:lnTo>
                    <a:pt x="60578" y="201929"/>
                  </a:lnTo>
                  <a:lnTo>
                    <a:pt x="76580" y="160670"/>
                  </a:lnTo>
                  <a:lnTo>
                    <a:pt x="81915" y="116077"/>
                  </a:lnTo>
                  <a:lnTo>
                    <a:pt x="81915" y="73659"/>
                  </a:lnTo>
                  <a:lnTo>
                    <a:pt x="15875" y="73659"/>
                  </a:lnTo>
                  <a:lnTo>
                    <a:pt x="15875" y="32257"/>
                  </a:lnTo>
                  <a:close/>
                </a:path>
                <a:path w="1551304" h="383540">
                  <a:moveTo>
                    <a:pt x="1253363" y="29591"/>
                  </a:moveTo>
                  <a:lnTo>
                    <a:pt x="1438148" y="29591"/>
                  </a:lnTo>
                  <a:lnTo>
                    <a:pt x="1438148" y="177419"/>
                  </a:lnTo>
                  <a:lnTo>
                    <a:pt x="1301623" y="177419"/>
                  </a:lnTo>
                  <a:lnTo>
                    <a:pt x="1301623" y="256285"/>
                  </a:lnTo>
                  <a:lnTo>
                    <a:pt x="1361009" y="256309"/>
                  </a:lnTo>
                  <a:lnTo>
                    <a:pt x="1407906" y="255238"/>
                  </a:lnTo>
                  <a:lnTo>
                    <a:pt x="1442301" y="253071"/>
                  </a:lnTo>
                  <a:lnTo>
                    <a:pt x="1464182" y="249808"/>
                  </a:lnTo>
                  <a:lnTo>
                    <a:pt x="1470532" y="290067"/>
                  </a:lnTo>
                  <a:lnTo>
                    <a:pt x="1420526" y="296015"/>
                  </a:lnTo>
                  <a:lnTo>
                    <a:pt x="1351661" y="297592"/>
                  </a:lnTo>
                  <a:lnTo>
                    <a:pt x="1307846" y="297763"/>
                  </a:lnTo>
                  <a:lnTo>
                    <a:pt x="1252601" y="297814"/>
                  </a:lnTo>
                  <a:lnTo>
                    <a:pt x="1252601" y="135890"/>
                  </a:lnTo>
                  <a:lnTo>
                    <a:pt x="1388872" y="135890"/>
                  </a:lnTo>
                  <a:lnTo>
                    <a:pt x="1388872" y="71500"/>
                  </a:lnTo>
                  <a:lnTo>
                    <a:pt x="1253363" y="71500"/>
                  </a:lnTo>
                  <a:lnTo>
                    <a:pt x="1253363" y="29591"/>
                  </a:lnTo>
                  <a:close/>
                </a:path>
                <a:path w="1551304" h="383540">
                  <a:moveTo>
                    <a:pt x="530732" y="24383"/>
                  </a:moveTo>
                  <a:lnTo>
                    <a:pt x="571817" y="33321"/>
                  </a:lnTo>
                  <a:lnTo>
                    <a:pt x="603757" y="60071"/>
                  </a:lnTo>
                  <a:lnTo>
                    <a:pt x="624220" y="102219"/>
                  </a:lnTo>
                  <a:lnTo>
                    <a:pt x="631063" y="157225"/>
                  </a:lnTo>
                  <a:lnTo>
                    <a:pt x="629370" y="186372"/>
                  </a:lnTo>
                  <a:lnTo>
                    <a:pt x="615793" y="234949"/>
                  </a:lnTo>
                  <a:lnTo>
                    <a:pt x="589097" y="270029"/>
                  </a:lnTo>
                  <a:lnTo>
                    <a:pt x="552521" y="287849"/>
                  </a:lnTo>
                  <a:lnTo>
                    <a:pt x="530732" y="290067"/>
                  </a:lnTo>
                  <a:lnTo>
                    <a:pt x="509014" y="287827"/>
                  </a:lnTo>
                  <a:lnTo>
                    <a:pt x="472386" y="269869"/>
                  </a:lnTo>
                  <a:lnTo>
                    <a:pt x="445359" y="234574"/>
                  </a:lnTo>
                  <a:lnTo>
                    <a:pt x="431504" y="186136"/>
                  </a:lnTo>
                  <a:lnTo>
                    <a:pt x="429768" y="157225"/>
                  </a:lnTo>
                  <a:lnTo>
                    <a:pt x="431484" y="127861"/>
                  </a:lnTo>
                  <a:lnTo>
                    <a:pt x="445252" y="79180"/>
                  </a:lnTo>
                  <a:lnTo>
                    <a:pt x="472207" y="44315"/>
                  </a:lnTo>
                  <a:lnTo>
                    <a:pt x="508922" y="26598"/>
                  </a:lnTo>
                  <a:lnTo>
                    <a:pt x="530732" y="24383"/>
                  </a:lnTo>
                  <a:close/>
                </a:path>
                <a:path w="1551304" h="383540">
                  <a:moveTo>
                    <a:pt x="852424" y="14350"/>
                  </a:moveTo>
                  <a:lnTo>
                    <a:pt x="1040129" y="14350"/>
                  </a:lnTo>
                  <a:lnTo>
                    <a:pt x="1039651" y="45850"/>
                  </a:lnTo>
                  <a:lnTo>
                    <a:pt x="1038209" y="81660"/>
                  </a:lnTo>
                  <a:lnTo>
                    <a:pt x="1035790" y="121757"/>
                  </a:lnTo>
                  <a:lnTo>
                    <a:pt x="1032382" y="166116"/>
                  </a:lnTo>
                  <a:lnTo>
                    <a:pt x="1079119" y="163575"/>
                  </a:lnTo>
                  <a:lnTo>
                    <a:pt x="1081658" y="205104"/>
                  </a:lnTo>
                  <a:lnTo>
                    <a:pt x="1022222" y="207851"/>
                  </a:lnTo>
                  <a:lnTo>
                    <a:pt x="971169" y="209169"/>
                  </a:lnTo>
                  <a:lnTo>
                    <a:pt x="971169" y="369188"/>
                  </a:lnTo>
                  <a:lnTo>
                    <a:pt x="922527" y="369188"/>
                  </a:lnTo>
                  <a:lnTo>
                    <a:pt x="922527" y="210439"/>
                  </a:lnTo>
                  <a:lnTo>
                    <a:pt x="899025" y="210939"/>
                  </a:lnTo>
                  <a:lnTo>
                    <a:pt x="874426" y="211296"/>
                  </a:lnTo>
                  <a:lnTo>
                    <a:pt x="848733" y="211510"/>
                  </a:lnTo>
                  <a:lnTo>
                    <a:pt x="821944" y="211581"/>
                  </a:lnTo>
                  <a:lnTo>
                    <a:pt x="816991" y="169672"/>
                  </a:lnTo>
                  <a:lnTo>
                    <a:pt x="848514" y="169550"/>
                  </a:lnTo>
                  <a:lnTo>
                    <a:pt x="887253" y="169179"/>
                  </a:lnTo>
                  <a:lnTo>
                    <a:pt x="933184" y="168546"/>
                  </a:lnTo>
                  <a:lnTo>
                    <a:pt x="986281" y="167640"/>
                  </a:lnTo>
                  <a:lnTo>
                    <a:pt x="988949" y="126110"/>
                  </a:lnTo>
                  <a:lnTo>
                    <a:pt x="849249" y="133476"/>
                  </a:lnTo>
                  <a:lnTo>
                    <a:pt x="838326" y="91948"/>
                  </a:lnTo>
                  <a:lnTo>
                    <a:pt x="990473" y="86995"/>
                  </a:lnTo>
                  <a:lnTo>
                    <a:pt x="990853" y="56642"/>
                  </a:lnTo>
                  <a:lnTo>
                    <a:pt x="852424" y="56642"/>
                  </a:lnTo>
                  <a:lnTo>
                    <a:pt x="852424" y="14350"/>
                  </a:lnTo>
                  <a:close/>
                </a:path>
                <a:path w="1551304" h="383540">
                  <a:moveTo>
                    <a:pt x="216026" y="7747"/>
                  </a:moveTo>
                  <a:lnTo>
                    <a:pt x="265302" y="7747"/>
                  </a:lnTo>
                  <a:lnTo>
                    <a:pt x="265302" y="371983"/>
                  </a:lnTo>
                  <a:lnTo>
                    <a:pt x="216026" y="371983"/>
                  </a:lnTo>
                  <a:lnTo>
                    <a:pt x="216026" y="166497"/>
                  </a:lnTo>
                  <a:lnTo>
                    <a:pt x="163195" y="166497"/>
                  </a:lnTo>
                  <a:lnTo>
                    <a:pt x="163195" y="126110"/>
                  </a:lnTo>
                  <a:lnTo>
                    <a:pt x="216026" y="126110"/>
                  </a:lnTo>
                  <a:lnTo>
                    <a:pt x="216026" y="7747"/>
                  </a:lnTo>
                  <a:close/>
                </a:path>
                <a:path w="1551304" h="383540">
                  <a:moveTo>
                    <a:pt x="1501521" y="0"/>
                  </a:moveTo>
                  <a:lnTo>
                    <a:pt x="1550797" y="0"/>
                  </a:lnTo>
                  <a:lnTo>
                    <a:pt x="1550797" y="383286"/>
                  </a:lnTo>
                  <a:lnTo>
                    <a:pt x="1501521" y="383286"/>
                  </a:lnTo>
                  <a:lnTo>
                    <a:pt x="1501521" y="0"/>
                  </a:lnTo>
                  <a:close/>
                </a:path>
                <a:path w="1551304" h="383540">
                  <a:moveTo>
                    <a:pt x="1101090" y="0"/>
                  </a:moveTo>
                  <a:lnTo>
                    <a:pt x="1150874" y="0"/>
                  </a:lnTo>
                  <a:lnTo>
                    <a:pt x="1150874" y="383286"/>
                  </a:lnTo>
                  <a:lnTo>
                    <a:pt x="1101090" y="383286"/>
                  </a:lnTo>
                  <a:lnTo>
                    <a:pt x="1101090" y="279526"/>
                  </a:lnTo>
                  <a:lnTo>
                    <a:pt x="1019301" y="279526"/>
                  </a:lnTo>
                  <a:lnTo>
                    <a:pt x="1019301" y="237998"/>
                  </a:lnTo>
                  <a:lnTo>
                    <a:pt x="1101090" y="237998"/>
                  </a:lnTo>
                  <a:lnTo>
                    <a:pt x="1101090" y="0"/>
                  </a:lnTo>
                  <a:close/>
                </a:path>
                <a:path w="1551304" h="383540">
                  <a:moveTo>
                    <a:pt x="688848" y="0"/>
                  </a:moveTo>
                  <a:lnTo>
                    <a:pt x="738124" y="0"/>
                  </a:lnTo>
                  <a:lnTo>
                    <a:pt x="738124" y="383286"/>
                  </a:lnTo>
                  <a:lnTo>
                    <a:pt x="688848" y="383286"/>
                  </a:lnTo>
                  <a:lnTo>
                    <a:pt x="688848" y="0"/>
                  </a:lnTo>
                  <a:close/>
                </a:path>
                <a:path w="1551304" h="383540">
                  <a:moveTo>
                    <a:pt x="293877" y="0"/>
                  </a:moveTo>
                  <a:lnTo>
                    <a:pt x="343407" y="0"/>
                  </a:lnTo>
                  <a:lnTo>
                    <a:pt x="343407" y="383286"/>
                  </a:lnTo>
                  <a:lnTo>
                    <a:pt x="293877" y="383286"/>
                  </a:lnTo>
                  <a:lnTo>
                    <a:pt x="293877" y="0"/>
                  </a:lnTo>
                  <a:close/>
                </a:path>
              </a:pathLst>
            </a:custGeom>
            <a:ln w="9144">
              <a:solidFill>
                <a:srgbClr val="843B0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029956" y="0"/>
              <a:ext cx="2118359" cy="780288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929368" y="133985"/>
              <a:ext cx="1576197" cy="41465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657588" y="0"/>
              <a:ext cx="2119883" cy="780288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1574780" y="98425"/>
              <a:ext cx="349885" cy="370205"/>
            </a:xfrm>
            <a:custGeom>
              <a:avLst/>
              <a:gdLst/>
              <a:ahLst/>
              <a:cxnLst/>
              <a:rect l="l" t="t" r="r" b="b"/>
              <a:pathLst>
                <a:path w="349884" h="370205">
                  <a:moveTo>
                    <a:pt x="101726" y="247396"/>
                  </a:moveTo>
                  <a:lnTo>
                    <a:pt x="51689" y="247396"/>
                  </a:lnTo>
                  <a:lnTo>
                    <a:pt x="51689" y="369950"/>
                  </a:lnTo>
                  <a:lnTo>
                    <a:pt x="302005" y="369950"/>
                  </a:lnTo>
                  <a:lnTo>
                    <a:pt x="302005" y="328040"/>
                  </a:lnTo>
                  <a:lnTo>
                    <a:pt x="101726" y="328040"/>
                  </a:lnTo>
                  <a:lnTo>
                    <a:pt x="101726" y="247396"/>
                  </a:lnTo>
                  <a:close/>
                </a:path>
                <a:path w="349884" h="370205">
                  <a:moveTo>
                    <a:pt x="291338" y="0"/>
                  </a:moveTo>
                  <a:lnTo>
                    <a:pt x="241808" y="0"/>
                  </a:lnTo>
                  <a:lnTo>
                    <a:pt x="241808" y="275971"/>
                  </a:lnTo>
                  <a:lnTo>
                    <a:pt x="291338" y="275971"/>
                  </a:lnTo>
                  <a:lnTo>
                    <a:pt x="291338" y="158369"/>
                  </a:lnTo>
                  <a:lnTo>
                    <a:pt x="349885" y="158369"/>
                  </a:lnTo>
                  <a:lnTo>
                    <a:pt x="349885" y="116458"/>
                  </a:lnTo>
                  <a:lnTo>
                    <a:pt x="291338" y="116458"/>
                  </a:lnTo>
                  <a:lnTo>
                    <a:pt x="291338" y="0"/>
                  </a:lnTo>
                  <a:close/>
                </a:path>
                <a:path w="349884" h="370205">
                  <a:moveTo>
                    <a:pt x="184023" y="19430"/>
                  </a:moveTo>
                  <a:lnTo>
                    <a:pt x="0" y="19430"/>
                  </a:lnTo>
                  <a:lnTo>
                    <a:pt x="0" y="61341"/>
                  </a:lnTo>
                  <a:lnTo>
                    <a:pt x="134366" y="61341"/>
                  </a:lnTo>
                  <a:lnTo>
                    <a:pt x="134366" y="99695"/>
                  </a:lnTo>
                  <a:lnTo>
                    <a:pt x="0" y="99695"/>
                  </a:lnTo>
                  <a:lnTo>
                    <a:pt x="0" y="223774"/>
                  </a:lnTo>
                  <a:lnTo>
                    <a:pt x="74168" y="223774"/>
                  </a:lnTo>
                  <a:lnTo>
                    <a:pt x="120963" y="223228"/>
                  </a:lnTo>
                  <a:lnTo>
                    <a:pt x="161353" y="221599"/>
                  </a:lnTo>
                  <a:lnTo>
                    <a:pt x="195361" y="218898"/>
                  </a:lnTo>
                  <a:lnTo>
                    <a:pt x="223012" y="215138"/>
                  </a:lnTo>
                  <a:lnTo>
                    <a:pt x="218784" y="182245"/>
                  </a:lnTo>
                  <a:lnTo>
                    <a:pt x="49656" y="182245"/>
                  </a:lnTo>
                  <a:lnTo>
                    <a:pt x="49656" y="139446"/>
                  </a:lnTo>
                  <a:lnTo>
                    <a:pt x="184023" y="139446"/>
                  </a:lnTo>
                  <a:lnTo>
                    <a:pt x="184023" y="19430"/>
                  </a:lnTo>
                  <a:close/>
                </a:path>
                <a:path w="349884" h="370205">
                  <a:moveTo>
                    <a:pt x="217804" y="174625"/>
                  </a:moveTo>
                  <a:lnTo>
                    <a:pt x="195492" y="177958"/>
                  </a:lnTo>
                  <a:lnTo>
                    <a:pt x="167417" y="180339"/>
                  </a:lnTo>
                  <a:lnTo>
                    <a:pt x="133580" y="181768"/>
                  </a:lnTo>
                  <a:lnTo>
                    <a:pt x="93979" y="182245"/>
                  </a:lnTo>
                  <a:lnTo>
                    <a:pt x="218784" y="182245"/>
                  </a:lnTo>
                  <a:lnTo>
                    <a:pt x="217804" y="17462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1626468" y="345821"/>
              <a:ext cx="250825" cy="122555"/>
            </a:xfrm>
            <a:custGeom>
              <a:avLst/>
              <a:gdLst/>
              <a:ahLst/>
              <a:cxnLst/>
              <a:rect l="l" t="t" r="r" b="b"/>
              <a:pathLst>
                <a:path w="250825" h="122554">
                  <a:moveTo>
                    <a:pt x="0" y="0"/>
                  </a:moveTo>
                  <a:lnTo>
                    <a:pt x="50037" y="0"/>
                  </a:lnTo>
                  <a:lnTo>
                    <a:pt x="50037" y="80644"/>
                  </a:lnTo>
                  <a:lnTo>
                    <a:pt x="250316" y="80644"/>
                  </a:lnTo>
                  <a:lnTo>
                    <a:pt x="250316" y="122554"/>
                  </a:lnTo>
                  <a:lnTo>
                    <a:pt x="0" y="122554"/>
                  </a:lnTo>
                  <a:lnTo>
                    <a:pt x="0" y="0"/>
                  </a:lnTo>
                  <a:close/>
                </a:path>
              </a:pathLst>
            </a:custGeom>
            <a:ln w="9144">
              <a:solidFill>
                <a:srgbClr val="843B0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570207" y="113284"/>
              <a:ext cx="232156" cy="213487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1816588" y="98425"/>
              <a:ext cx="108585" cy="276225"/>
            </a:xfrm>
            <a:custGeom>
              <a:avLst/>
              <a:gdLst/>
              <a:ahLst/>
              <a:cxnLst/>
              <a:rect l="l" t="t" r="r" b="b"/>
              <a:pathLst>
                <a:path w="108584" h="276225">
                  <a:moveTo>
                    <a:pt x="0" y="0"/>
                  </a:moveTo>
                  <a:lnTo>
                    <a:pt x="49529" y="0"/>
                  </a:lnTo>
                  <a:lnTo>
                    <a:pt x="49529" y="116458"/>
                  </a:lnTo>
                  <a:lnTo>
                    <a:pt x="108076" y="116458"/>
                  </a:lnTo>
                  <a:lnTo>
                    <a:pt x="108076" y="158369"/>
                  </a:lnTo>
                  <a:lnTo>
                    <a:pt x="49529" y="158369"/>
                  </a:lnTo>
                  <a:lnTo>
                    <a:pt x="49529" y="275971"/>
                  </a:lnTo>
                  <a:lnTo>
                    <a:pt x="0" y="275971"/>
                  </a:lnTo>
                  <a:lnTo>
                    <a:pt x="0" y="0"/>
                  </a:lnTo>
                  <a:close/>
                </a:path>
              </a:pathLst>
            </a:custGeom>
            <a:ln w="9144">
              <a:solidFill>
                <a:srgbClr val="843B0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286743" y="0"/>
              <a:ext cx="897636" cy="780288"/>
            </a:xfrm>
            <a:prstGeom prst="rect">
              <a:avLst/>
            </a:prstGeom>
          </p:spPr>
        </p:pic>
      </p:grp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171704" y="653872"/>
            <a:ext cx="253619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▶ </a:t>
            </a:r>
            <a:r>
              <a:rPr spc="-5" dirty="0"/>
              <a:t>제이쿼리</a:t>
            </a:r>
            <a:r>
              <a:rPr dirty="0"/>
              <a:t>(</a:t>
            </a:r>
            <a:r>
              <a:rPr spc="-455" dirty="0"/>
              <a:t> </a:t>
            </a:r>
            <a:r>
              <a:rPr spc="-5" dirty="0"/>
              <a:t>j</a:t>
            </a:r>
            <a:r>
              <a:rPr spc="-10" dirty="0"/>
              <a:t>Q</a:t>
            </a:r>
            <a:r>
              <a:rPr spc="-5" dirty="0"/>
              <a:t>u</a:t>
            </a:r>
            <a:r>
              <a:rPr spc="-15" dirty="0"/>
              <a:t>e</a:t>
            </a:r>
            <a:r>
              <a:rPr spc="65" dirty="0"/>
              <a:t>r</a:t>
            </a:r>
            <a:r>
              <a:rPr spc="-5" dirty="0"/>
              <a:t>y</a:t>
            </a:r>
            <a:r>
              <a:rPr spc="5" dirty="0"/>
              <a:t>)</a:t>
            </a:r>
            <a:r>
              <a:rPr dirty="0"/>
              <a:t>란</a:t>
            </a:r>
            <a:r>
              <a:rPr spc="35" dirty="0"/>
              <a:t> </a:t>
            </a:r>
            <a:r>
              <a:rPr dirty="0"/>
              <a:t>: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36830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/>
              <a:t>3</a:t>
            </a:fld>
            <a:endParaRPr dirty="0"/>
          </a:p>
        </p:txBody>
      </p:sp>
      <p:sp>
        <p:nvSpPr>
          <p:cNvPr id="18" name="object 18"/>
          <p:cNvSpPr txBox="1"/>
          <p:nvPr/>
        </p:nvSpPr>
        <p:spPr>
          <a:xfrm>
            <a:off x="171704" y="930020"/>
            <a:ext cx="11790680" cy="52698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5"/>
              </a:spcBef>
              <a:buChar char="-"/>
              <a:tabLst>
                <a:tab pos="299085" algn="l"/>
                <a:tab pos="299720" algn="l"/>
              </a:tabLst>
            </a:pPr>
            <a:r>
              <a:rPr sz="1400" dirty="0">
                <a:solidFill>
                  <a:srgbClr val="3A3838"/>
                </a:solidFill>
                <a:latin typeface="맑은 고딕"/>
                <a:cs typeface="맑은 고딕"/>
              </a:rPr>
              <a:t>장점:</a:t>
            </a:r>
            <a:r>
              <a:rPr sz="1400" spc="-1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3A3838"/>
                </a:solidFill>
                <a:latin typeface="맑은 고딕"/>
                <a:cs typeface="맑은 고딕"/>
              </a:rPr>
              <a:t>자바스크립트의</a:t>
            </a:r>
            <a:r>
              <a:rPr sz="1400" spc="-4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3A3838"/>
                </a:solidFill>
                <a:latin typeface="맑은 고딕"/>
                <a:cs typeface="맑은 고딕"/>
              </a:rPr>
              <a:t>DOM호환성에</a:t>
            </a:r>
            <a:r>
              <a:rPr sz="1400" spc="-2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3A3838"/>
                </a:solidFill>
                <a:latin typeface="맑은 고딕"/>
                <a:cs typeface="맑은 고딕"/>
              </a:rPr>
              <a:t>대한</a:t>
            </a:r>
            <a:r>
              <a:rPr sz="1400" spc="-2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3A3838"/>
                </a:solidFill>
                <a:latin typeface="맑은 고딕"/>
                <a:cs typeface="맑은 고딕"/>
              </a:rPr>
              <a:t>문제를</a:t>
            </a:r>
            <a:r>
              <a:rPr sz="1400" spc="-3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3A3838"/>
                </a:solidFill>
                <a:latin typeface="맑은 고딕"/>
                <a:cs typeface="맑은 고딕"/>
              </a:rPr>
              <a:t>해결함.</a:t>
            </a:r>
            <a:endParaRPr sz="1400" dirty="0">
              <a:latin typeface="맑은 고딕"/>
              <a:cs typeface="맑은 고딕"/>
            </a:endParaRPr>
          </a:p>
          <a:p>
            <a:pPr marL="299085" indent="-287020">
              <a:lnSpc>
                <a:spcPct val="100000"/>
              </a:lnSpc>
              <a:buChar char="-"/>
              <a:tabLst>
                <a:tab pos="299085" algn="l"/>
                <a:tab pos="299720" algn="l"/>
              </a:tabLst>
            </a:pPr>
            <a:r>
              <a:rPr sz="1400" dirty="0">
                <a:solidFill>
                  <a:srgbClr val="3A3838"/>
                </a:solidFill>
                <a:latin typeface="맑은 고딕"/>
                <a:cs typeface="맑은 고딕"/>
              </a:rPr>
              <a:t>단점:</a:t>
            </a:r>
            <a:r>
              <a:rPr sz="1400" spc="-1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3A3838"/>
                </a:solidFill>
                <a:latin typeface="맑은 고딕"/>
                <a:cs typeface="맑은 고딕"/>
              </a:rPr>
              <a:t>필요없는</a:t>
            </a:r>
            <a:r>
              <a:rPr sz="1400" spc="-3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3A3838"/>
                </a:solidFill>
                <a:latin typeface="맑은 고딕"/>
                <a:cs typeface="맑은 고딕"/>
              </a:rPr>
              <a:t>소스까지</a:t>
            </a:r>
            <a:r>
              <a:rPr sz="1400" spc="-1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3A3838"/>
                </a:solidFill>
                <a:latin typeface="맑은 고딕"/>
                <a:cs typeface="맑은 고딕"/>
              </a:rPr>
              <a:t>같이</a:t>
            </a:r>
            <a:r>
              <a:rPr sz="1400" spc="-2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3A3838"/>
                </a:solidFill>
                <a:latin typeface="맑은 고딕"/>
                <a:cs typeface="맑은 고딕"/>
              </a:rPr>
              <a:t>불러와</a:t>
            </a:r>
            <a:r>
              <a:rPr sz="1400" spc="-2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3A3838"/>
                </a:solidFill>
                <a:latin typeface="맑은 고딕"/>
                <a:cs typeface="맑은 고딕"/>
              </a:rPr>
              <a:t>속도가</a:t>
            </a:r>
            <a:r>
              <a:rPr sz="1400" spc="-1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3A3838"/>
                </a:solidFill>
                <a:latin typeface="맑은 고딕"/>
                <a:cs typeface="맑은 고딕"/>
              </a:rPr>
              <a:t>느림.</a:t>
            </a:r>
            <a:endParaRPr sz="1400" dirty="0">
              <a:latin typeface="맑은 고딕"/>
              <a:cs typeface="맑은 고딕"/>
            </a:endParaRPr>
          </a:p>
          <a:p>
            <a:pPr>
              <a:lnSpc>
                <a:spcPct val="100000"/>
              </a:lnSpc>
              <a:spcBef>
                <a:spcPts val="75"/>
              </a:spcBef>
              <a:buClr>
                <a:srgbClr val="3A3838"/>
              </a:buClr>
              <a:buFont typeface=""/>
              <a:buChar char="-"/>
            </a:pPr>
            <a:endParaRPr sz="1800" dirty="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solidFill>
                  <a:srgbClr val="3A3838"/>
                </a:solidFill>
                <a:latin typeface="맑은 고딕"/>
                <a:cs typeface="맑은 고딕"/>
              </a:rPr>
              <a:t>▶</a:t>
            </a:r>
            <a:r>
              <a:rPr sz="1800" b="1" spc="-3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800" b="1" dirty="0">
                <a:solidFill>
                  <a:srgbClr val="3A3838"/>
                </a:solidFill>
                <a:latin typeface="맑은 고딕"/>
                <a:cs typeface="맑은 고딕"/>
              </a:rPr>
              <a:t>버전</a:t>
            </a:r>
            <a:r>
              <a:rPr sz="1800" b="1" spc="-3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800" b="1" dirty="0">
                <a:solidFill>
                  <a:srgbClr val="3A3838"/>
                </a:solidFill>
                <a:latin typeface="맑은 고딕"/>
                <a:cs typeface="맑은 고딕"/>
              </a:rPr>
              <a:t>:</a:t>
            </a:r>
            <a:endParaRPr sz="1800" dirty="0">
              <a:latin typeface="맑은 고딕"/>
              <a:cs typeface="맑은 고딕"/>
            </a:endParaRPr>
          </a:p>
          <a:p>
            <a:pPr marL="299085" indent="-287020">
              <a:lnSpc>
                <a:spcPct val="100000"/>
              </a:lnSpc>
              <a:spcBef>
                <a:spcPts val="20"/>
              </a:spcBef>
              <a:buChar char="-"/>
              <a:tabLst>
                <a:tab pos="299085" algn="l"/>
                <a:tab pos="299720" algn="l"/>
              </a:tabLst>
            </a:pPr>
            <a:r>
              <a:rPr sz="1400" spc="-5" dirty="0">
                <a:solidFill>
                  <a:srgbClr val="3A3838"/>
                </a:solidFill>
                <a:latin typeface="맑은 고딕"/>
                <a:cs typeface="맑은 고딕"/>
              </a:rPr>
              <a:t>1x버전:</a:t>
            </a:r>
            <a:r>
              <a:rPr sz="1400" spc="-1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3A3838"/>
                </a:solidFill>
                <a:latin typeface="맑은 고딕"/>
                <a:cs typeface="맑은 고딕"/>
              </a:rPr>
              <a:t>구형</a:t>
            </a:r>
            <a:r>
              <a:rPr sz="1400" spc="-2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3A3838"/>
                </a:solidFill>
                <a:latin typeface="맑은 고딕"/>
                <a:cs typeface="맑은 고딕"/>
              </a:rPr>
              <a:t>브라우저에</a:t>
            </a:r>
            <a:r>
              <a:rPr sz="1400" spc="-4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3A3838"/>
                </a:solidFill>
                <a:latin typeface="맑은 고딕"/>
                <a:cs typeface="맑은 고딕"/>
              </a:rPr>
              <a:t>적합.</a:t>
            </a:r>
            <a:r>
              <a:rPr sz="1400" spc="-1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3A3838"/>
                </a:solidFill>
                <a:latin typeface="맑은 고딕"/>
                <a:cs typeface="맑은 고딕"/>
              </a:rPr>
              <a:t>익스</a:t>
            </a:r>
            <a:r>
              <a:rPr sz="1400" spc="-2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3A3838"/>
                </a:solidFill>
                <a:latin typeface="맑은 고딕"/>
                <a:cs typeface="맑은 고딕"/>
              </a:rPr>
              <a:t>6~8</a:t>
            </a:r>
            <a:r>
              <a:rPr sz="1400" spc="-2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3A3838"/>
                </a:solidFill>
                <a:latin typeface="맑은 고딕"/>
                <a:cs typeface="맑은 고딕"/>
              </a:rPr>
              <a:t>버전</a:t>
            </a:r>
            <a:endParaRPr sz="1400" dirty="0">
              <a:latin typeface="맑은 고딕"/>
              <a:cs typeface="맑은 고딕"/>
            </a:endParaRPr>
          </a:p>
          <a:p>
            <a:pPr marL="299085" indent="-287020">
              <a:lnSpc>
                <a:spcPct val="100000"/>
              </a:lnSpc>
              <a:buChar char="-"/>
              <a:tabLst>
                <a:tab pos="299085" algn="l"/>
                <a:tab pos="299720" algn="l"/>
              </a:tabLst>
            </a:pPr>
            <a:r>
              <a:rPr sz="1400" dirty="0">
                <a:solidFill>
                  <a:srgbClr val="3A3838"/>
                </a:solidFill>
                <a:latin typeface="맑은 고딕"/>
                <a:cs typeface="맑은 고딕"/>
              </a:rPr>
              <a:t>우리나라</a:t>
            </a:r>
            <a:r>
              <a:rPr sz="1400" spc="-2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3A3838"/>
                </a:solidFill>
                <a:latin typeface="맑은 고딕"/>
                <a:cs typeface="맑은 고딕"/>
              </a:rPr>
              <a:t>공공기관은</a:t>
            </a:r>
            <a:r>
              <a:rPr sz="1400" spc="-2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3A3838"/>
                </a:solidFill>
                <a:latin typeface="맑은 고딕"/>
                <a:cs typeface="맑은 고딕"/>
              </a:rPr>
              <a:t>아직</a:t>
            </a:r>
            <a:r>
              <a:rPr sz="1400" spc="-1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3A3838"/>
                </a:solidFill>
                <a:latin typeface="맑은 고딕"/>
                <a:cs typeface="맑은 고딕"/>
              </a:rPr>
              <a:t>구형브라우저가</a:t>
            </a:r>
            <a:r>
              <a:rPr sz="1400" spc="-2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3A3838"/>
                </a:solidFill>
                <a:latin typeface="맑은 고딕"/>
                <a:cs typeface="맑은 고딕"/>
              </a:rPr>
              <a:t>이용되는</a:t>
            </a:r>
            <a:r>
              <a:rPr sz="1400" spc="-2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3A3838"/>
                </a:solidFill>
                <a:latin typeface="맑은 고딕"/>
                <a:cs typeface="맑은 고딕"/>
              </a:rPr>
              <a:t>곳이</a:t>
            </a:r>
            <a:r>
              <a:rPr sz="1400" spc="-1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3A3838"/>
                </a:solidFill>
                <a:latin typeface="맑은 고딕"/>
                <a:cs typeface="맑은 고딕"/>
              </a:rPr>
              <a:t>많아</a:t>
            </a:r>
            <a:r>
              <a:rPr sz="1400" spc="-1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3A3838"/>
                </a:solidFill>
                <a:latin typeface="맑은 고딕"/>
                <a:cs typeface="맑은 고딕"/>
              </a:rPr>
              <a:t>1x버전대도</a:t>
            </a:r>
            <a:r>
              <a:rPr sz="1400" spc="-1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3A3838"/>
                </a:solidFill>
                <a:latin typeface="맑은 고딕"/>
                <a:cs typeface="맑은 고딕"/>
              </a:rPr>
              <a:t>많이</a:t>
            </a:r>
            <a:r>
              <a:rPr sz="1400" spc="-1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3A3838"/>
                </a:solidFill>
                <a:latin typeface="맑은 고딕"/>
                <a:cs typeface="맑은 고딕"/>
              </a:rPr>
              <a:t>쓰임.</a:t>
            </a:r>
            <a:endParaRPr sz="1400" dirty="0">
              <a:latin typeface="맑은 고딕"/>
              <a:cs typeface="맑은 고딕"/>
            </a:endParaRPr>
          </a:p>
          <a:p>
            <a:pPr marL="299085" indent="-287020">
              <a:lnSpc>
                <a:spcPct val="100000"/>
              </a:lnSpc>
              <a:buChar char="-"/>
              <a:tabLst>
                <a:tab pos="299085" algn="l"/>
                <a:tab pos="299720" algn="l"/>
              </a:tabLst>
            </a:pPr>
            <a:r>
              <a:rPr sz="1400" spc="-5" dirty="0">
                <a:solidFill>
                  <a:srgbClr val="3A3838"/>
                </a:solidFill>
                <a:latin typeface="맑은 고딕"/>
                <a:cs typeface="맑은 고딕"/>
              </a:rPr>
              <a:t>2x버전:</a:t>
            </a:r>
            <a:r>
              <a:rPr sz="1400" dirty="0">
                <a:solidFill>
                  <a:srgbClr val="3A3838"/>
                </a:solidFill>
                <a:latin typeface="맑은 고딕"/>
                <a:cs typeface="맑은 고딕"/>
              </a:rPr>
              <a:t> 익스</a:t>
            </a:r>
            <a:r>
              <a:rPr sz="1400" spc="-1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3A3838"/>
                </a:solidFill>
                <a:latin typeface="맑은 고딕"/>
                <a:cs typeface="맑은 고딕"/>
              </a:rPr>
              <a:t>9이상</a:t>
            </a:r>
            <a:r>
              <a:rPr sz="1400" spc="-1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3A3838"/>
                </a:solidFill>
                <a:latin typeface="맑은 고딕"/>
                <a:cs typeface="맑은 고딕"/>
              </a:rPr>
              <a:t>지원되며,</a:t>
            </a:r>
            <a:r>
              <a:rPr sz="1400" spc="-1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400" spc="-5" dirty="0">
                <a:solidFill>
                  <a:srgbClr val="3A3838"/>
                </a:solidFill>
                <a:latin typeface="맑은 고딕"/>
                <a:cs typeface="맑은 고딕"/>
              </a:rPr>
              <a:t>1x의</a:t>
            </a:r>
            <a:r>
              <a:rPr sz="1400" dirty="0">
                <a:solidFill>
                  <a:srgbClr val="3A3838"/>
                </a:solidFill>
                <a:latin typeface="맑은 고딕"/>
                <a:cs typeface="맑은 고딕"/>
              </a:rPr>
              <a:t> 간소화</a:t>
            </a:r>
            <a:r>
              <a:rPr sz="1400" spc="-2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3A3838"/>
                </a:solidFill>
                <a:latin typeface="맑은 고딕"/>
                <a:cs typeface="맑은 고딕"/>
              </a:rPr>
              <a:t>버전으로</a:t>
            </a:r>
            <a:r>
              <a:rPr sz="1400" spc="-1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3A3838"/>
                </a:solidFill>
                <a:latin typeface="맑은 고딕"/>
                <a:cs typeface="맑은 고딕"/>
              </a:rPr>
              <a:t>기능이</a:t>
            </a:r>
            <a:r>
              <a:rPr sz="1400" spc="-2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3A3838"/>
                </a:solidFill>
                <a:latin typeface="맑은 고딕"/>
                <a:cs typeface="맑은 고딕"/>
              </a:rPr>
              <a:t>제외된</a:t>
            </a:r>
            <a:r>
              <a:rPr sz="1400" spc="-1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3A3838"/>
                </a:solidFill>
                <a:latin typeface="맑은 고딕"/>
                <a:cs typeface="맑은 고딕"/>
              </a:rPr>
              <a:t>버전임.</a:t>
            </a:r>
            <a:endParaRPr sz="1400" dirty="0">
              <a:latin typeface="맑은 고딕"/>
              <a:cs typeface="맑은 고딕"/>
            </a:endParaRPr>
          </a:p>
          <a:p>
            <a:pPr marL="299085" indent="-287020">
              <a:lnSpc>
                <a:spcPct val="100000"/>
              </a:lnSpc>
              <a:buChar char="-"/>
              <a:tabLst>
                <a:tab pos="299085" algn="l"/>
                <a:tab pos="299720" algn="l"/>
              </a:tabLst>
            </a:pPr>
            <a:r>
              <a:rPr sz="1400" spc="-5" dirty="0">
                <a:solidFill>
                  <a:srgbClr val="3A3838"/>
                </a:solidFill>
                <a:latin typeface="맑은 고딕"/>
                <a:cs typeface="맑은 고딕"/>
              </a:rPr>
              <a:t>3x버전:</a:t>
            </a:r>
            <a:r>
              <a:rPr sz="1400" spc="-1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3A3838"/>
                </a:solidFill>
                <a:latin typeface="맑은 고딕"/>
                <a:cs typeface="맑은 고딕"/>
              </a:rPr>
              <a:t>익스</a:t>
            </a:r>
            <a:r>
              <a:rPr sz="1400" spc="-2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3A3838"/>
                </a:solidFill>
                <a:latin typeface="맑은 고딕"/>
                <a:cs typeface="맑은 고딕"/>
              </a:rPr>
              <a:t>8이상</a:t>
            </a:r>
            <a:r>
              <a:rPr sz="1400" spc="-2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3A3838"/>
                </a:solidFill>
                <a:latin typeface="맑은 고딕"/>
                <a:cs typeface="맑은 고딕"/>
              </a:rPr>
              <a:t>지원되는</a:t>
            </a:r>
            <a:r>
              <a:rPr sz="1400" spc="-2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3A3838"/>
                </a:solidFill>
                <a:latin typeface="맑은 고딕"/>
                <a:cs typeface="맑은 고딕"/>
              </a:rPr>
              <a:t>최신</a:t>
            </a:r>
            <a:r>
              <a:rPr sz="1400" spc="-2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3A3838"/>
                </a:solidFill>
                <a:latin typeface="맑은 고딕"/>
                <a:cs typeface="맑은 고딕"/>
              </a:rPr>
              <a:t>버전임.</a:t>
            </a:r>
            <a:endParaRPr sz="1400" dirty="0">
              <a:latin typeface="맑은 고딕"/>
              <a:cs typeface="맑은 고딕"/>
            </a:endParaRPr>
          </a:p>
          <a:p>
            <a:pPr marL="299085" indent="-287020">
              <a:lnSpc>
                <a:spcPct val="100000"/>
              </a:lnSpc>
              <a:buChar char="-"/>
              <a:tabLst>
                <a:tab pos="299085" algn="l"/>
                <a:tab pos="299720" algn="l"/>
              </a:tabLst>
            </a:pPr>
            <a:r>
              <a:rPr sz="1400" spc="-5" dirty="0">
                <a:solidFill>
                  <a:srgbClr val="3A3838"/>
                </a:solidFill>
                <a:latin typeface="맑은 고딕"/>
                <a:cs typeface="맑은 고딕"/>
              </a:rPr>
              <a:t>uncompressed:</a:t>
            </a:r>
            <a:r>
              <a:rPr sz="1400" dirty="0">
                <a:solidFill>
                  <a:srgbClr val="3A3838"/>
                </a:solidFill>
                <a:latin typeface="맑은 고딕"/>
                <a:cs typeface="맑은 고딕"/>
              </a:rPr>
              <a:t> 압축하지</a:t>
            </a:r>
            <a:r>
              <a:rPr sz="1400" spc="-2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3A3838"/>
                </a:solidFill>
                <a:latin typeface="맑은 고딕"/>
                <a:cs typeface="맑은 고딕"/>
              </a:rPr>
              <a:t>않은</a:t>
            </a:r>
            <a:r>
              <a:rPr sz="1400" spc="-1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3A3838"/>
                </a:solidFill>
                <a:latin typeface="맑은 고딕"/>
                <a:cs typeface="맑은 고딕"/>
              </a:rPr>
              <a:t>버전으로</a:t>
            </a:r>
            <a:r>
              <a:rPr sz="1400" spc="-2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3A3838"/>
                </a:solidFill>
                <a:latin typeface="맑은 고딕"/>
                <a:cs typeface="맑은 고딕"/>
              </a:rPr>
              <a:t>소스</a:t>
            </a:r>
            <a:r>
              <a:rPr sz="1400" spc="-1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3A3838"/>
                </a:solidFill>
                <a:latin typeface="맑은 고딕"/>
                <a:cs typeface="맑은 고딕"/>
              </a:rPr>
              <a:t>확인</a:t>
            </a:r>
            <a:r>
              <a:rPr sz="1400" spc="-1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3A3838"/>
                </a:solidFill>
                <a:latin typeface="맑은 고딕"/>
                <a:cs typeface="맑은 고딕"/>
              </a:rPr>
              <a:t>가능</a:t>
            </a:r>
            <a:endParaRPr sz="1400" dirty="0">
              <a:latin typeface="맑은 고딕"/>
              <a:cs typeface="맑은 고딕"/>
            </a:endParaRPr>
          </a:p>
          <a:p>
            <a:pPr marL="299085" indent="-287020">
              <a:lnSpc>
                <a:spcPct val="100000"/>
              </a:lnSpc>
              <a:buChar char="-"/>
              <a:tabLst>
                <a:tab pos="299085" algn="l"/>
                <a:tab pos="299720" algn="l"/>
              </a:tabLst>
            </a:pPr>
            <a:r>
              <a:rPr sz="1400" dirty="0">
                <a:solidFill>
                  <a:srgbClr val="3A3838"/>
                </a:solidFill>
                <a:latin typeface="맑은 고딕"/>
                <a:cs typeface="맑은 고딕"/>
              </a:rPr>
              <a:t>minified:</a:t>
            </a:r>
            <a:r>
              <a:rPr sz="1400" spc="-1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3A3838"/>
                </a:solidFill>
                <a:latin typeface="맑은 고딕"/>
                <a:cs typeface="맑은 고딕"/>
              </a:rPr>
              <a:t>압축버전으로</a:t>
            </a:r>
            <a:r>
              <a:rPr sz="1400" spc="-4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3A3838"/>
                </a:solidFill>
                <a:latin typeface="맑은 고딕"/>
                <a:cs typeface="맑은 고딕"/>
              </a:rPr>
              <a:t>위의</a:t>
            </a:r>
            <a:r>
              <a:rPr sz="1400" spc="-2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3A3838"/>
                </a:solidFill>
                <a:latin typeface="맑은 고딕"/>
                <a:cs typeface="맑은 고딕"/>
              </a:rPr>
              <a:t>버전보다</a:t>
            </a:r>
            <a:r>
              <a:rPr sz="1400" spc="-1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3A3838"/>
                </a:solidFill>
                <a:latin typeface="맑은 고딕"/>
                <a:cs typeface="맑은 고딕"/>
              </a:rPr>
              <a:t>가벼움.</a:t>
            </a:r>
            <a:r>
              <a:rPr sz="1400" spc="-2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3A3838"/>
                </a:solidFill>
                <a:latin typeface="맑은 고딕"/>
                <a:cs typeface="맑은 고딕"/>
              </a:rPr>
              <a:t>소스</a:t>
            </a:r>
            <a:r>
              <a:rPr sz="1400" spc="-2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3A3838"/>
                </a:solidFill>
                <a:latin typeface="맑은 고딕"/>
                <a:cs typeface="맑은 고딕"/>
              </a:rPr>
              <a:t>확인</a:t>
            </a:r>
            <a:r>
              <a:rPr sz="1400" spc="-1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3A3838"/>
                </a:solidFill>
                <a:latin typeface="맑은 고딕"/>
                <a:cs typeface="맑은 고딕"/>
              </a:rPr>
              <a:t>불가</a:t>
            </a:r>
            <a:endParaRPr sz="1400" dirty="0">
              <a:latin typeface="맑은 고딕"/>
              <a:cs typeface="맑은 고딕"/>
            </a:endParaRPr>
          </a:p>
          <a:p>
            <a:pPr marL="299085" indent="-287020">
              <a:lnSpc>
                <a:spcPct val="100000"/>
              </a:lnSpc>
              <a:buChar char="-"/>
              <a:tabLst>
                <a:tab pos="299085" algn="l"/>
                <a:tab pos="299720" algn="l"/>
              </a:tabLst>
            </a:pPr>
            <a:r>
              <a:rPr sz="1400" spc="-5" dirty="0">
                <a:solidFill>
                  <a:srgbClr val="3A3838"/>
                </a:solidFill>
                <a:latin typeface="맑은 고딕"/>
                <a:cs typeface="맑은 고딕"/>
              </a:rPr>
              <a:t>slim:</a:t>
            </a:r>
            <a:r>
              <a:rPr sz="1400" spc="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3A3838"/>
                </a:solidFill>
                <a:latin typeface="맑은 고딕"/>
                <a:cs typeface="맑은 고딕"/>
              </a:rPr>
              <a:t>경량버전으로</a:t>
            </a:r>
            <a:r>
              <a:rPr sz="1400" spc="-2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3A3838"/>
                </a:solidFill>
                <a:latin typeface="맑은 고딕"/>
                <a:cs typeface="맑은 고딕"/>
              </a:rPr>
              <a:t>아작스,</a:t>
            </a:r>
            <a:r>
              <a:rPr sz="1400" spc="-1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3A3838"/>
                </a:solidFill>
                <a:latin typeface="맑은 고딕"/>
                <a:cs typeface="맑은 고딕"/>
              </a:rPr>
              <a:t>애니메이션등의</a:t>
            </a:r>
            <a:r>
              <a:rPr sz="1400" spc="-2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3A3838"/>
                </a:solidFill>
                <a:latin typeface="맑은 고딕"/>
                <a:cs typeface="맑은 고딕"/>
              </a:rPr>
              <a:t>기능이</a:t>
            </a:r>
            <a:r>
              <a:rPr sz="1400" spc="-2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3A3838"/>
                </a:solidFill>
                <a:latin typeface="맑은 고딕"/>
                <a:cs typeface="맑은 고딕"/>
              </a:rPr>
              <a:t>제거됨.</a:t>
            </a:r>
            <a:r>
              <a:rPr sz="1400" spc="-1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3A3838"/>
                </a:solidFill>
                <a:latin typeface="맑은 고딕"/>
                <a:cs typeface="맑은 고딕"/>
              </a:rPr>
              <a:t>소스</a:t>
            </a:r>
            <a:r>
              <a:rPr sz="1400" spc="-1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3A3838"/>
                </a:solidFill>
                <a:latin typeface="맑은 고딕"/>
                <a:cs typeface="맑은 고딕"/>
              </a:rPr>
              <a:t>확인</a:t>
            </a:r>
            <a:r>
              <a:rPr sz="1400" spc="-1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3A3838"/>
                </a:solidFill>
                <a:latin typeface="맑은 고딕"/>
                <a:cs typeface="맑은 고딕"/>
              </a:rPr>
              <a:t>가능</a:t>
            </a:r>
            <a:endParaRPr sz="1400" dirty="0">
              <a:latin typeface="맑은 고딕"/>
              <a:cs typeface="맑은 고딕"/>
            </a:endParaRPr>
          </a:p>
          <a:p>
            <a:pPr marL="299085" indent="-287020">
              <a:lnSpc>
                <a:spcPct val="100000"/>
              </a:lnSpc>
              <a:spcBef>
                <a:spcPts val="5"/>
              </a:spcBef>
              <a:buChar char="-"/>
              <a:tabLst>
                <a:tab pos="299085" algn="l"/>
                <a:tab pos="299720" algn="l"/>
              </a:tabLst>
            </a:pPr>
            <a:r>
              <a:rPr sz="1400" dirty="0">
                <a:solidFill>
                  <a:srgbClr val="3A3838"/>
                </a:solidFill>
                <a:latin typeface="맑은 고딕"/>
                <a:cs typeface="맑은 고딕"/>
              </a:rPr>
              <a:t>slim</a:t>
            </a:r>
            <a:r>
              <a:rPr sz="1400" spc="-5" dirty="0">
                <a:solidFill>
                  <a:srgbClr val="3A3838"/>
                </a:solidFill>
                <a:latin typeface="맑은 고딕"/>
                <a:cs typeface="맑은 고딕"/>
              </a:rPr>
              <a:t> minified: </a:t>
            </a:r>
            <a:r>
              <a:rPr sz="1400" dirty="0">
                <a:solidFill>
                  <a:srgbClr val="3A3838"/>
                </a:solidFill>
                <a:latin typeface="맑은 고딕"/>
                <a:cs typeface="맑은 고딕"/>
              </a:rPr>
              <a:t>경량버전의</a:t>
            </a:r>
            <a:r>
              <a:rPr sz="1400" spc="-3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3A3838"/>
                </a:solidFill>
                <a:latin typeface="맑은 고딕"/>
                <a:cs typeface="맑은 고딕"/>
              </a:rPr>
              <a:t>압축</a:t>
            </a:r>
            <a:r>
              <a:rPr sz="1400" spc="-1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3A3838"/>
                </a:solidFill>
                <a:latin typeface="맑은 고딕"/>
                <a:cs typeface="맑은 고딕"/>
              </a:rPr>
              <a:t>버전임.</a:t>
            </a:r>
            <a:r>
              <a:rPr sz="1400" spc="-2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3A3838"/>
                </a:solidFill>
                <a:latin typeface="맑은 고딕"/>
                <a:cs typeface="맑은 고딕"/>
              </a:rPr>
              <a:t>소스</a:t>
            </a:r>
            <a:r>
              <a:rPr sz="1400" spc="-2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3A3838"/>
                </a:solidFill>
                <a:latin typeface="맑은 고딕"/>
                <a:cs typeface="맑은 고딕"/>
              </a:rPr>
              <a:t>확인</a:t>
            </a:r>
            <a:r>
              <a:rPr sz="1400" spc="-1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3A3838"/>
                </a:solidFill>
                <a:latin typeface="맑은 고딕"/>
                <a:cs typeface="맑은 고딕"/>
              </a:rPr>
              <a:t>불가</a:t>
            </a:r>
            <a:endParaRPr sz="1400" dirty="0">
              <a:latin typeface="맑은 고딕"/>
              <a:cs typeface="맑은 고딕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lr>
                <a:srgbClr val="3A3838"/>
              </a:buClr>
              <a:buFont typeface=""/>
              <a:buChar char="-"/>
            </a:pPr>
            <a:endParaRPr sz="900" dirty="0">
              <a:latin typeface="맑은 고딕"/>
              <a:cs typeface="맑은 고딕"/>
            </a:endParaRPr>
          </a:p>
          <a:p>
            <a:pPr marL="299085" indent="-287020">
              <a:lnSpc>
                <a:spcPct val="100000"/>
              </a:lnSpc>
              <a:buChar char="-"/>
              <a:tabLst>
                <a:tab pos="299085" algn="l"/>
                <a:tab pos="299720" algn="l"/>
              </a:tabLst>
            </a:pPr>
            <a:r>
              <a:rPr sz="1400" spc="-5" dirty="0">
                <a:solidFill>
                  <a:srgbClr val="3A3838"/>
                </a:solidFill>
                <a:latin typeface="맑은 고딕"/>
                <a:cs typeface="맑은 고딕"/>
              </a:rPr>
              <a:t>-jquery.js</a:t>
            </a:r>
            <a:r>
              <a:rPr sz="1400" spc="-1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3A3838"/>
                </a:solidFill>
                <a:latin typeface="맑은 고딕"/>
                <a:cs typeface="맑은 고딕"/>
              </a:rPr>
              <a:t>:</a:t>
            </a:r>
            <a:r>
              <a:rPr sz="1400" spc="1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3A3838"/>
                </a:solidFill>
                <a:latin typeface="맑은 고딕"/>
                <a:cs typeface="맑은 고딕"/>
              </a:rPr>
              <a:t>소스코드에</a:t>
            </a:r>
            <a:r>
              <a:rPr sz="1400" spc="-2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3A3838"/>
                </a:solidFill>
                <a:latin typeface="맑은 고딕"/>
                <a:cs typeface="맑은 고딕"/>
              </a:rPr>
              <a:t>들여쓰기,</a:t>
            </a:r>
            <a:r>
              <a:rPr sz="1400" spc="-2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3A3838"/>
                </a:solidFill>
                <a:latin typeface="맑은 고딕"/>
                <a:cs typeface="맑은 고딕"/>
              </a:rPr>
              <a:t>줄</a:t>
            </a:r>
            <a:r>
              <a:rPr sz="1400" spc="-1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3A3838"/>
                </a:solidFill>
                <a:latin typeface="맑은 고딕"/>
                <a:cs typeface="맑은 고딕"/>
              </a:rPr>
              <a:t>바꿈,</a:t>
            </a:r>
            <a:r>
              <a:rPr sz="1400" spc="-1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3A3838"/>
                </a:solidFill>
                <a:latin typeface="맑은 고딕"/>
                <a:cs typeface="맑은 고딕"/>
              </a:rPr>
              <a:t>주석까지</a:t>
            </a:r>
            <a:r>
              <a:rPr sz="1400" spc="-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3A3838"/>
                </a:solidFill>
                <a:latin typeface="맑은 고딕"/>
                <a:cs typeface="맑은 고딕"/>
              </a:rPr>
              <a:t>정리된</a:t>
            </a:r>
            <a:r>
              <a:rPr sz="1400" spc="-2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3A3838"/>
                </a:solidFill>
                <a:latin typeface="맑은 고딕"/>
                <a:cs typeface="맑은 고딕"/>
              </a:rPr>
              <a:t>비압축</a:t>
            </a:r>
            <a:r>
              <a:rPr sz="1400" spc="-1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3A3838"/>
                </a:solidFill>
                <a:latin typeface="맑은 고딕"/>
                <a:cs typeface="맑은 고딕"/>
              </a:rPr>
              <a:t>파일.</a:t>
            </a:r>
            <a:endParaRPr sz="1400" dirty="0">
              <a:latin typeface="맑은 고딕"/>
              <a:cs typeface="맑은 고딕"/>
            </a:endParaRPr>
          </a:p>
          <a:p>
            <a:pPr marL="299085" indent="-287020">
              <a:lnSpc>
                <a:spcPct val="100000"/>
              </a:lnSpc>
              <a:buChar char="-"/>
              <a:tabLst>
                <a:tab pos="299085" algn="l"/>
                <a:tab pos="299720" algn="l"/>
              </a:tabLst>
            </a:pPr>
            <a:r>
              <a:rPr sz="1400" spc="-5" dirty="0">
                <a:solidFill>
                  <a:srgbClr val="3A3838"/>
                </a:solidFill>
                <a:latin typeface="맑은 고딕"/>
                <a:cs typeface="맑은 고딕"/>
              </a:rPr>
              <a:t>-jquery.min.js</a:t>
            </a:r>
            <a:r>
              <a:rPr sz="1400" spc="-1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3A3838"/>
                </a:solidFill>
                <a:latin typeface="맑은 고딕"/>
                <a:cs typeface="맑은 고딕"/>
              </a:rPr>
              <a:t>:</a:t>
            </a:r>
            <a:r>
              <a:rPr sz="1400" spc="2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3A3838"/>
                </a:solidFill>
                <a:latin typeface="맑은 고딕"/>
                <a:cs typeface="맑은 고딕"/>
              </a:rPr>
              <a:t>소스코드에</a:t>
            </a:r>
            <a:r>
              <a:rPr sz="1400" spc="-2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3A3838"/>
                </a:solidFill>
                <a:latin typeface="맑은 고딕"/>
                <a:cs typeface="맑은 고딕"/>
              </a:rPr>
              <a:t>들여쓰기,</a:t>
            </a:r>
            <a:r>
              <a:rPr sz="1400" spc="-2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3A3838"/>
                </a:solidFill>
                <a:latin typeface="맑은 고딕"/>
                <a:cs typeface="맑은 고딕"/>
              </a:rPr>
              <a:t>줄 바꿈,</a:t>
            </a:r>
            <a:r>
              <a:rPr sz="1400" spc="-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3A3838"/>
                </a:solidFill>
                <a:latin typeface="맑은 고딕"/>
                <a:cs typeface="맑은 고딕"/>
              </a:rPr>
              <a:t>주석이</a:t>
            </a:r>
            <a:r>
              <a:rPr sz="1400" spc="-2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3A3838"/>
                </a:solidFill>
                <a:latin typeface="맑은 고딕"/>
                <a:cs typeface="맑은 고딕"/>
              </a:rPr>
              <a:t>무시된</a:t>
            </a:r>
            <a:r>
              <a:rPr sz="1400" spc="-1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3A3838"/>
                </a:solidFill>
                <a:latin typeface="맑은 고딕"/>
                <a:cs typeface="맑은 고딕"/>
              </a:rPr>
              <a:t>압축</a:t>
            </a:r>
            <a:r>
              <a:rPr sz="1400" spc="-1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3A3838"/>
                </a:solidFill>
                <a:latin typeface="맑은 고딕"/>
                <a:cs typeface="맑은 고딕"/>
              </a:rPr>
              <a:t>파일.</a:t>
            </a:r>
            <a:endParaRPr sz="1400" dirty="0">
              <a:latin typeface="맑은 고딕"/>
              <a:cs typeface="맑은 고딕"/>
            </a:endParaRPr>
          </a:p>
          <a:p>
            <a:pPr marL="299085" marR="5080" indent="-287020">
              <a:lnSpc>
                <a:spcPct val="100000"/>
              </a:lnSpc>
              <a:buChar char="-"/>
              <a:tabLst>
                <a:tab pos="299085" algn="l"/>
                <a:tab pos="299720" algn="l"/>
              </a:tabLst>
            </a:pPr>
            <a:r>
              <a:rPr sz="1400" dirty="0">
                <a:solidFill>
                  <a:srgbClr val="3A3838"/>
                </a:solidFill>
                <a:latin typeface="맑은 고딕"/>
                <a:cs typeface="맑은 고딕"/>
              </a:rPr>
              <a:t>버전이</a:t>
            </a:r>
            <a:r>
              <a:rPr sz="1400" spc="-1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3A3838"/>
                </a:solidFill>
                <a:latin typeface="맑은 고딕"/>
                <a:cs typeface="맑은 고딕"/>
              </a:rPr>
              <a:t>다른</a:t>
            </a:r>
            <a:r>
              <a:rPr sz="1400" spc="-1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3A3838"/>
                </a:solidFill>
                <a:latin typeface="맑은 고딕"/>
                <a:cs typeface="맑은 고딕"/>
              </a:rPr>
              <a:t>제이쿼리를</a:t>
            </a:r>
            <a:r>
              <a:rPr sz="1400" spc="-2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3A3838"/>
                </a:solidFill>
                <a:latin typeface="맑은 고딕"/>
                <a:cs typeface="맑은 고딕"/>
              </a:rPr>
              <a:t>여러</a:t>
            </a:r>
            <a:r>
              <a:rPr sz="1400" spc="-1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3A3838"/>
                </a:solidFill>
                <a:latin typeface="맑은 고딕"/>
                <a:cs typeface="맑은 고딕"/>
              </a:rPr>
              <a:t>개</a:t>
            </a:r>
            <a:r>
              <a:rPr sz="1400" spc="-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3A3838"/>
                </a:solidFill>
                <a:latin typeface="맑은 고딕"/>
                <a:cs typeface="맑은 고딕"/>
              </a:rPr>
              <a:t>적용할</a:t>
            </a:r>
            <a:r>
              <a:rPr sz="1400" spc="-2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3A3838"/>
                </a:solidFill>
                <a:latin typeface="맑은 고딕"/>
                <a:cs typeface="맑은 고딕"/>
              </a:rPr>
              <a:t>경우</a:t>
            </a:r>
            <a:r>
              <a:rPr sz="1400" spc="-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3A3838"/>
                </a:solidFill>
                <a:latin typeface="맑은 고딕"/>
                <a:cs typeface="맑은 고딕"/>
              </a:rPr>
              <a:t>충돌이</a:t>
            </a:r>
            <a:r>
              <a:rPr sz="1400" spc="-1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3A3838"/>
                </a:solidFill>
                <a:latin typeface="맑은 고딕"/>
                <a:cs typeface="맑은 고딕"/>
              </a:rPr>
              <a:t>되어</a:t>
            </a:r>
            <a:r>
              <a:rPr sz="1400" spc="-1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3A3838"/>
                </a:solidFill>
                <a:latin typeface="맑은 고딕"/>
                <a:cs typeface="맑은 고딕"/>
              </a:rPr>
              <a:t>원하는</a:t>
            </a:r>
            <a:r>
              <a:rPr sz="1400" spc="-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3A3838"/>
                </a:solidFill>
                <a:latin typeface="맑은 고딕"/>
                <a:cs typeface="맑은 고딕"/>
              </a:rPr>
              <a:t>결과와</a:t>
            </a:r>
            <a:r>
              <a:rPr sz="1400" spc="-2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3A3838"/>
                </a:solidFill>
                <a:latin typeface="맑은 고딕"/>
                <a:cs typeface="맑은 고딕"/>
              </a:rPr>
              <a:t>다른</a:t>
            </a:r>
            <a:r>
              <a:rPr sz="1400" spc="-1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3A3838"/>
                </a:solidFill>
                <a:latin typeface="맑은 고딕"/>
                <a:cs typeface="맑은 고딕"/>
              </a:rPr>
              <a:t>결과가</a:t>
            </a:r>
            <a:r>
              <a:rPr sz="1400" spc="-1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3A3838"/>
                </a:solidFill>
                <a:latin typeface="맑은 고딕"/>
                <a:cs typeface="맑은 고딕"/>
              </a:rPr>
              <a:t>나올</a:t>
            </a:r>
            <a:r>
              <a:rPr sz="1400" spc="-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3A3838"/>
                </a:solidFill>
                <a:latin typeface="맑은 고딕"/>
                <a:cs typeface="맑은 고딕"/>
              </a:rPr>
              <a:t>수</a:t>
            </a:r>
            <a:r>
              <a:rPr sz="1400" spc="-1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3A3838"/>
                </a:solidFill>
                <a:latin typeface="맑은 고딕"/>
                <a:cs typeface="맑은 고딕"/>
              </a:rPr>
              <a:t>있다.</a:t>
            </a:r>
            <a:r>
              <a:rPr sz="1400" spc="-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3A3838"/>
                </a:solidFill>
                <a:latin typeface="맑은 고딕"/>
                <a:cs typeface="맑은 고딕"/>
              </a:rPr>
              <a:t>따라서</a:t>
            </a:r>
            <a:r>
              <a:rPr sz="1400" spc="-1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3A3838"/>
                </a:solidFill>
                <a:latin typeface="맑은 고딕"/>
                <a:cs typeface="맑은 고딕"/>
              </a:rPr>
              <a:t>되도록</a:t>
            </a:r>
            <a:r>
              <a:rPr sz="1400" spc="-2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3A3838"/>
                </a:solidFill>
                <a:latin typeface="맑은 고딕"/>
                <a:cs typeface="맑은 고딕"/>
              </a:rPr>
              <a:t>버전은</a:t>
            </a:r>
            <a:r>
              <a:rPr sz="1400" spc="-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3A3838"/>
                </a:solidFill>
                <a:latin typeface="맑은 고딕"/>
                <a:cs typeface="맑은 고딕"/>
              </a:rPr>
              <a:t>한</a:t>
            </a:r>
            <a:r>
              <a:rPr sz="1400" spc="-1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3A3838"/>
                </a:solidFill>
                <a:latin typeface="맑은 고딕"/>
                <a:cs typeface="맑은 고딕"/>
              </a:rPr>
              <a:t>버전만을</a:t>
            </a:r>
            <a:r>
              <a:rPr sz="1400" spc="-1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3A3838"/>
                </a:solidFill>
                <a:latin typeface="맑은 고딕"/>
                <a:cs typeface="맑은 고딕"/>
              </a:rPr>
              <a:t>연결하여 </a:t>
            </a:r>
            <a:r>
              <a:rPr sz="1400" spc="-47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3A3838"/>
                </a:solidFill>
                <a:latin typeface="맑은 고딕"/>
                <a:cs typeface="맑은 고딕"/>
              </a:rPr>
              <a:t>이용할</a:t>
            </a:r>
            <a:r>
              <a:rPr sz="1400" spc="-2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3A3838"/>
                </a:solidFill>
                <a:latin typeface="맑은 고딕"/>
                <a:cs typeface="맑은 고딕"/>
              </a:rPr>
              <a:t>것.</a:t>
            </a:r>
            <a:endParaRPr sz="1400" dirty="0">
              <a:latin typeface="맑은 고딕"/>
              <a:cs typeface="맑은 고딕"/>
            </a:endParaRPr>
          </a:p>
          <a:p>
            <a:pPr marL="299085" indent="-287020">
              <a:lnSpc>
                <a:spcPct val="100000"/>
              </a:lnSpc>
              <a:buChar char="-"/>
              <a:tabLst>
                <a:tab pos="299085" algn="l"/>
                <a:tab pos="299720" algn="l"/>
              </a:tabLst>
            </a:pPr>
            <a:r>
              <a:rPr sz="1400" spc="-5" dirty="0">
                <a:solidFill>
                  <a:srgbClr val="3A3838"/>
                </a:solidFill>
                <a:latin typeface="맑은 고딕"/>
                <a:cs typeface="맑은 고딕"/>
              </a:rPr>
              <a:t>jquery.js나</a:t>
            </a:r>
            <a:r>
              <a:rPr sz="1400" spc="-1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400" spc="-5" dirty="0">
                <a:solidFill>
                  <a:srgbClr val="3A3838"/>
                </a:solidFill>
                <a:latin typeface="맑은 고딕"/>
                <a:cs typeface="맑은 고딕"/>
              </a:rPr>
              <a:t>jquery.min.js</a:t>
            </a:r>
            <a:r>
              <a:rPr sz="1400" dirty="0">
                <a:solidFill>
                  <a:srgbClr val="3A3838"/>
                </a:solidFill>
                <a:latin typeface="맑은 고딕"/>
                <a:cs typeface="맑은 고딕"/>
              </a:rPr>
              <a:t> 등으로</a:t>
            </a:r>
            <a:r>
              <a:rPr sz="1400" spc="-1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3A3838"/>
                </a:solidFill>
                <a:latin typeface="맑은 고딕"/>
                <a:cs typeface="맑은 고딕"/>
              </a:rPr>
              <a:t>기술된</a:t>
            </a:r>
            <a:r>
              <a:rPr sz="1400" spc="-1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3A3838"/>
                </a:solidFill>
                <a:latin typeface="맑은 고딕"/>
                <a:cs typeface="맑은 고딕"/>
              </a:rPr>
              <a:t>파일은</a:t>
            </a:r>
            <a:r>
              <a:rPr sz="1400" spc="-2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3A3838"/>
                </a:solidFill>
                <a:latin typeface="맑은 고딕"/>
                <a:cs typeface="맑은 고딕"/>
              </a:rPr>
              <a:t>한</a:t>
            </a:r>
            <a:r>
              <a:rPr sz="1400" spc="-1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3A3838"/>
                </a:solidFill>
                <a:latin typeface="맑은 고딕"/>
                <a:cs typeface="맑은 고딕"/>
              </a:rPr>
              <a:t>버전만</a:t>
            </a:r>
            <a:r>
              <a:rPr sz="1400" spc="-1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3A3838"/>
                </a:solidFill>
                <a:latin typeface="맑은 고딕"/>
                <a:cs typeface="맑은 고딕"/>
              </a:rPr>
              <a:t>이용할</a:t>
            </a:r>
            <a:r>
              <a:rPr sz="1400" spc="-1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3A3838"/>
                </a:solidFill>
                <a:latin typeface="맑은 고딕"/>
                <a:cs typeface="맑은 고딕"/>
              </a:rPr>
              <a:t>것.</a:t>
            </a:r>
            <a:endParaRPr sz="1400" dirty="0">
              <a:latin typeface="맑은 고딕"/>
              <a:cs typeface="맑은 고딕"/>
            </a:endParaRPr>
          </a:p>
          <a:p>
            <a:pPr marL="299085" indent="-287020">
              <a:lnSpc>
                <a:spcPct val="100000"/>
              </a:lnSpc>
              <a:buChar char="-"/>
              <a:tabLst>
                <a:tab pos="299085" algn="l"/>
                <a:tab pos="299720" algn="l"/>
              </a:tabLst>
            </a:pPr>
            <a:r>
              <a:rPr sz="1400" dirty="0">
                <a:solidFill>
                  <a:srgbClr val="3A3838"/>
                </a:solidFill>
                <a:latin typeface="맑은 고딕"/>
                <a:cs typeface="맑은 고딕"/>
              </a:rPr>
              <a:t>단,</a:t>
            </a:r>
            <a:r>
              <a:rPr sz="1400" spc="-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3A3838"/>
                </a:solidFill>
                <a:latin typeface="맑은 고딕"/>
                <a:cs typeface="맑은 고딕"/>
              </a:rPr>
              <a:t>기존</a:t>
            </a:r>
            <a:r>
              <a:rPr sz="1400" spc="-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3A3838"/>
                </a:solidFill>
                <a:latin typeface="맑은 고딕"/>
                <a:cs typeface="맑은 고딕"/>
              </a:rPr>
              <a:t>버전에서</a:t>
            </a:r>
            <a:r>
              <a:rPr sz="1400" spc="-1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3A3838"/>
                </a:solidFill>
                <a:latin typeface="맑은 고딕"/>
                <a:cs typeface="맑은 고딕"/>
              </a:rPr>
              <a:t>삭제된</a:t>
            </a:r>
            <a:r>
              <a:rPr sz="1400" spc="-2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3A3838"/>
                </a:solidFill>
                <a:latin typeface="맑은 고딕"/>
                <a:cs typeface="맑은 고딕"/>
              </a:rPr>
              <a:t>이전</a:t>
            </a:r>
            <a:r>
              <a:rPr sz="1400" spc="-1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3A3838"/>
                </a:solidFill>
                <a:latin typeface="맑은 고딕"/>
                <a:cs typeface="맑은 고딕"/>
              </a:rPr>
              <a:t>버전의</a:t>
            </a:r>
            <a:r>
              <a:rPr sz="1400" spc="-1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3A3838"/>
                </a:solidFill>
                <a:latin typeface="맑은 고딕"/>
                <a:cs typeface="맑은 고딕"/>
              </a:rPr>
              <a:t>기능을</a:t>
            </a:r>
            <a:r>
              <a:rPr sz="1400" spc="-2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3A3838"/>
                </a:solidFill>
                <a:latin typeface="맑은 고딕"/>
                <a:cs typeface="맑은 고딕"/>
              </a:rPr>
              <a:t>이용할</a:t>
            </a:r>
            <a:r>
              <a:rPr sz="1400" spc="-1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3A3838"/>
                </a:solidFill>
                <a:latin typeface="맑은 고딕"/>
                <a:cs typeface="맑은 고딕"/>
              </a:rPr>
              <a:t>때</a:t>
            </a:r>
            <a:r>
              <a:rPr sz="1400" spc="-1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3A3838"/>
                </a:solidFill>
                <a:latin typeface="맑은 고딕"/>
                <a:cs typeface="맑은 고딕"/>
              </a:rPr>
              <a:t>다운</a:t>
            </a:r>
            <a:r>
              <a:rPr sz="1400" spc="-1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3A3838"/>
                </a:solidFill>
                <a:latin typeface="맑은 고딕"/>
                <a:cs typeface="맑은 고딕"/>
              </a:rPr>
              <a:t>받는</a:t>
            </a:r>
            <a:r>
              <a:rPr sz="1400" spc="-1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400" spc="-5" dirty="0">
                <a:solidFill>
                  <a:srgbClr val="3A3838"/>
                </a:solidFill>
                <a:latin typeface="맑은 고딕"/>
                <a:cs typeface="맑은 고딕"/>
              </a:rPr>
              <a:t>Migrate</a:t>
            </a:r>
            <a:r>
              <a:rPr sz="1400" spc="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3A3838"/>
                </a:solidFill>
                <a:latin typeface="맑은 고딕"/>
                <a:cs typeface="맑은 고딕"/>
              </a:rPr>
              <a:t>plugin버전을</a:t>
            </a:r>
            <a:r>
              <a:rPr sz="1400" spc="-2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3A3838"/>
                </a:solidFill>
                <a:latin typeface="맑은 고딕"/>
                <a:cs typeface="맑은 고딕"/>
              </a:rPr>
              <a:t>다운</a:t>
            </a:r>
            <a:r>
              <a:rPr sz="1400" spc="-1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3A3838"/>
                </a:solidFill>
                <a:latin typeface="맑은 고딕"/>
                <a:cs typeface="맑은 고딕"/>
              </a:rPr>
              <a:t>받는</a:t>
            </a:r>
            <a:r>
              <a:rPr sz="1400" spc="-1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3A3838"/>
                </a:solidFill>
                <a:latin typeface="맑은 고딕"/>
                <a:cs typeface="맑은 고딕"/>
              </a:rPr>
              <a:t>경우는</a:t>
            </a:r>
            <a:r>
              <a:rPr sz="1400" spc="-1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3A3838"/>
                </a:solidFill>
                <a:latin typeface="맑은 고딕"/>
                <a:cs typeface="맑은 고딕"/>
              </a:rPr>
              <a:t>같이</a:t>
            </a:r>
            <a:r>
              <a:rPr sz="1400" spc="-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3A3838"/>
                </a:solidFill>
                <a:latin typeface="맑은 고딕"/>
                <a:cs typeface="맑은 고딕"/>
              </a:rPr>
              <a:t>사용</a:t>
            </a:r>
            <a:r>
              <a:rPr sz="1400" spc="-1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3A3838"/>
                </a:solidFill>
                <a:latin typeface="맑은 고딕"/>
                <a:cs typeface="맑은 고딕"/>
              </a:rPr>
              <a:t>가능하다.</a:t>
            </a:r>
            <a:endParaRPr sz="1400" dirty="0">
              <a:latin typeface="맑은 고딕"/>
              <a:cs typeface="맑은 고딕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900" dirty="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solidFill>
                  <a:srgbClr val="3A3838"/>
                </a:solidFill>
                <a:latin typeface="맑은 고딕"/>
                <a:cs typeface="맑은 고딕"/>
              </a:rPr>
              <a:t>▶</a:t>
            </a:r>
            <a:r>
              <a:rPr sz="1800" b="1" spc="-3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800" b="1" dirty="0">
                <a:solidFill>
                  <a:srgbClr val="3A3838"/>
                </a:solidFill>
                <a:latin typeface="맑은 고딕"/>
                <a:cs typeface="맑은 고딕"/>
              </a:rPr>
              <a:t>형식</a:t>
            </a:r>
            <a:r>
              <a:rPr sz="1800" b="1" spc="-3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800" b="1" dirty="0">
                <a:solidFill>
                  <a:srgbClr val="3A3838"/>
                </a:solidFill>
                <a:latin typeface="맑은 고딕"/>
                <a:cs typeface="맑은 고딕"/>
              </a:rPr>
              <a:t>:</a:t>
            </a:r>
            <a:endParaRPr sz="1800" dirty="0">
              <a:latin typeface="맑은 고딕"/>
              <a:cs typeface="맑은 고딕"/>
            </a:endParaRPr>
          </a:p>
          <a:p>
            <a:pPr marL="12700" marR="8027034">
              <a:lnSpc>
                <a:spcPct val="100000"/>
              </a:lnSpc>
              <a:spcBef>
                <a:spcPts val="15"/>
              </a:spcBef>
            </a:pPr>
            <a:r>
              <a:rPr sz="1400" dirty="0">
                <a:solidFill>
                  <a:srgbClr val="3A3838"/>
                </a:solidFill>
                <a:latin typeface="맑은 고딕"/>
                <a:cs typeface="맑은 고딕"/>
              </a:rPr>
              <a:t>$기호</a:t>
            </a:r>
            <a:r>
              <a:rPr sz="1400" spc="-1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3A3838"/>
                </a:solidFill>
                <a:latin typeface="맑은 고딕"/>
                <a:cs typeface="맑은 고딕"/>
              </a:rPr>
              <a:t>=&gt;</a:t>
            </a:r>
            <a:r>
              <a:rPr sz="1400" spc="-3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400" spc="5" dirty="0" err="1">
                <a:solidFill>
                  <a:srgbClr val="3A3838"/>
                </a:solidFill>
                <a:latin typeface="맑은 고딕"/>
                <a:cs typeface="맑은 고딕"/>
              </a:rPr>
              <a:t>j</a:t>
            </a:r>
            <a:r>
              <a:rPr lang="en-US" sz="1400" spc="5" dirty="0" err="1">
                <a:solidFill>
                  <a:srgbClr val="3A3838"/>
                </a:solidFill>
                <a:latin typeface="맑은 고딕"/>
                <a:cs typeface="맑은 고딕"/>
              </a:rPr>
              <a:t>q</a:t>
            </a:r>
            <a:r>
              <a:rPr sz="1400" spc="5" dirty="0" err="1">
                <a:solidFill>
                  <a:srgbClr val="3A3838"/>
                </a:solidFill>
                <a:latin typeface="맑은 고딕"/>
                <a:cs typeface="맑은 고딕"/>
              </a:rPr>
              <a:t>uery를</a:t>
            </a:r>
            <a:r>
              <a:rPr sz="1400" spc="-3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3A3838"/>
                </a:solidFill>
                <a:latin typeface="맑은 고딕"/>
                <a:cs typeface="맑은 고딕"/>
              </a:rPr>
              <a:t>지칭하는</a:t>
            </a:r>
            <a:r>
              <a:rPr sz="1400" spc="-3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3A3838"/>
                </a:solidFill>
                <a:latin typeface="맑은 고딕"/>
                <a:cs typeface="맑은 고딕"/>
              </a:rPr>
              <a:t>예약어(키워드)임. </a:t>
            </a:r>
            <a:r>
              <a:rPr sz="1400" spc="-47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3A3838"/>
                </a:solidFill>
                <a:latin typeface="맑은 고딕"/>
                <a:cs typeface="맑은 고딕"/>
              </a:rPr>
              <a:t>jquery("선택자")</a:t>
            </a:r>
            <a:r>
              <a:rPr sz="1400" spc="-5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3A3838"/>
                </a:solidFill>
                <a:latin typeface="맑은 고딕"/>
                <a:cs typeface="맑은 고딕"/>
              </a:rPr>
              <a:t>또는</a:t>
            </a:r>
            <a:r>
              <a:rPr sz="1400" spc="-1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3A3838"/>
                </a:solidFill>
                <a:latin typeface="맑은 고딕"/>
                <a:cs typeface="맑은 고딕"/>
              </a:rPr>
              <a:t>$("선택자”)로</a:t>
            </a:r>
            <a:r>
              <a:rPr sz="1400" spc="-2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400" dirty="0">
                <a:solidFill>
                  <a:srgbClr val="3A3838"/>
                </a:solidFill>
                <a:latin typeface="맑은 고딕"/>
                <a:cs typeface="맑은 고딕"/>
              </a:rPr>
              <a:t>표기</a:t>
            </a:r>
            <a:endParaRPr sz="1400" dirty="0">
              <a:latin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-4762" y="0"/>
            <a:ext cx="12201525" cy="6592570"/>
            <a:chOff x="-4762" y="0"/>
            <a:chExt cx="12201525" cy="6592570"/>
          </a:xfrm>
        </p:grpSpPr>
        <p:sp>
          <p:nvSpPr>
            <p:cNvPr id="4" name="object 4"/>
            <p:cNvSpPr/>
            <p:nvPr/>
          </p:nvSpPr>
          <p:spPr>
            <a:xfrm>
              <a:off x="0" y="952"/>
              <a:ext cx="12192000" cy="584835"/>
            </a:xfrm>
            <a:custGeom>
              <a:avLst/>
              <a:gdLst/>
              <a:ahLst/>
              <a:cxnLst/>
              <a:rect l="l" t="t" r="r" b="b"/>
              <a:pathLst>
                <a:path w="12192000" h="584835">
                  <a:moveTo>
                    <a:pt x="12192000" y="0"/>
                  </a:moveTo>
                  <a:lnTo>
                    <a:pt x="0" y="0"/>
                  </a:lnTo>
                  <a:lnTo>
                    <a:pt x="0" y="584771"/>
                  </a:lnTo>
                  <a:lnTo>
                    <a:pt x="12192000" y="584771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48210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952"/>
              <a:ext cx="12192000" cy="584835"/>
            </a:xfrm>
            <a:custGeom>
              <a:avLst/>
              <a:gdLst/>
              <a:ahLst/>
              <a:cxnLst/>
              <a:rect l="l" t="t" r="r" b="b"/>
              <a:pathLst>
                <a:path w="12192000" h="584835">
                  <a:moveTo>
                    <a:pt x="0" y="584771"/>
                  </a:moveTo>
                  <a:lnTo>
                    <a:pt x="12192000" y="584771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584771"/>
                  </a:lnTo>
                  <a:close/>
                </a:path>
              </a:pathLst>
            </a:custGeom>
            <a:ln w="9525">
              <a:solidFill>
                <a:srgbClr val="843B0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006078" y="98425"/>
              <a:ext cx="1189355" cy="383540"/>
            </a:xfrm>
            <a:custGeom>
              <a:avLst/>
              <a:gdLst/>
              <a:ahLst/>
              <a:cxnLst/>
              <a:rect l="l" t="t" r="r" b="b"/>
              <a:pathLst>
                <a:path w="1189354" h="383540">
                  <a:moveTo>
                    <a:pt x="137160" y="239268"/>
                  </a:moveTo>
                  <a:lnTo>
                    <a:pt x="87249" y="239268"/>
                  </a:lnTo>
                  <a:lnTo>
                    <a:pt x="87249" y="369950"/>
                  </a:lnTo>
                  <a:lnTo>
                    <a:pt x="342011" y="369950"/>
                  </a:lnTo>
                  <a:lnTo>
                    <a:pt x="342011" y="328040"/>
                  </a:lnTo>
                  <a:lnTo>
                    <a:pt x="137160" y="328040"/>
                  </a:lnTo>
                  <a:lnTo>
                    <a:pt x="137160" y="239268"/>
                  </a:lnTo>
                  <a:close/>
                </a:path>
                <a:path w="1189354" h="383540">
                  <a:moveTo>
                    <a:pt x="334645" y="0"/>
                  </a:moveTo>
                  <a:lnTo>
                    <a:pt x="285750" y="0"/>
                  </a:lnTo>
                  <a:lnTo>
                    <a:pt x="285750" y="83820"/>
                  </a:lnTo>
                  <a:lnTo>
                    <a:pt x="205104" y="83820"/>
                  </a:lnTo>
                  <a:lnTo>
                    <a:pt x="205104" y="126110"/>
                  </a:lnTo>
                  <a:lnTo>
                    <a:pt x="285750" y="126110"/>
                  </a:lnTo>
                  <a:lnTo>
                    <a:pt x="285750" y="274192"/>
                  </a:lnTo>
                  <a:lnTo>
                    <a:pt x="334645" y="274192"/>
                  </a:lnTo>
                  <a:lnTo>
                    <a:pt x="334645" y="0"/>
                  </a:lnTo>
                  <a:close/>
                </a:path>
                <a:path w="1189354" h="383540">
                  <a:moveTo>
                    <a:pt x="145288" y="16255"/>
                  </a:moveTo>
                  <a:lnTo>
                    <a:pt x="95757" y="16255"/>
                  </a:lnTo>
                  <a:lnTo>
                    <a:pt x="95757" y="71881"/>
                  </a:lnTo>
                  <a:lnTo>
                    <a:pt x="94087" y="90261"/>
                  </a:lnTo>
                  <a:lnTo>
                    <a:pt x="80648" y="126924"/>
                  </a:lnTo>
                  <a:lnTo>
                    <a:pt x="54453" y="162256"/>
                  </a:lnTo>
                  <a:lnTo>
                    <a:pt x="20024" y="189827"/>
                  </a:lnTo>
                  <a:lnTo>
                    <a:pt x="0" y="200278"/>
                  </a:lnTo>
                  <a:lnTo>
                    <a:pt x="36322" y="234823"/>
                  </a:lnTo>
                  <a:lnTo>
                    <a:pt x="70040" y="209105"/>
                  </a:lnTo>
                  <a:lnTo>
                    <a:pt x="106489" y="168814"/>
                  </a:lnTo>
                  <a:lnTo>
                    <a:pt x="121793" y="144906"/>
                  </a:lnTo>
                  <a:lnTo>
                    <a:pt x="177581" y="144906"/>
                  </a:lnTo>
                  <a:lnTo>
                    <a:pt x="152336" y="106632"/>
                  </a:lnTo>
                  <a:lnTo>
                    <a:pt x="145288" y="70357"/>
                  </a:lnTo>
                  <a:lnTo>
                    <a:pt x="145288" y="16255"/>
                  </a:lnTo>
                  <a:close/>
                </a:path>
                <a:path w="1189354" h="383540">
                  <a:moveTo>
                    <a:pt x="177581" y="144906"/>
                  </a:moveTo>
                  <a:lnTo>
                    <a:pt x="121793" y="144906"/>
                  </a:lnTo>
                  <a:lnTo>
                    <a:pt x="139626" y="169457"/>
                  </a:lnTo>
                  <a:lnTo>
                    <a:pt x="160162" y="190722"/>
                  </a:lnTo>
                  <a:lnTo>
                    <a:pt x="183389" y="208700"/>
                  </a:lnTo>
                  <a:lnTo>
                    <a:pt x="209296" y="223393"/>
                  </a:lnTo>
                  <a:lnTo>
                    <a:pt x="241046" y="184784"/>
                  </a:lnTo>
                  <a:lnTo>
                    <a:pt x="222041" y="177881"/>
                  </a:lnTo>
                  <a:lnTo>
                    <a:pt x="204454" y="168227"/>
                  </a:lnTo>
                  <a:lnTo>
                    <a:pt x="188271" y="155834"/>
                  </a:lnTo>
                  <a:lnTo>
                    <a:pt x="177581" y="144906"/>
                  </a:lnTo>
                  <a:close/>
                </a:path>
                <a:path w="1189354" h="383540">
                  <a:moveTo>
                    <a:pt x="745871" y="237235"/>
                  </a:moveTo>
                  <a:lnTo>
                    <a:pt x="491617" y="237235"/>
                  </a:lnTo>
                  <a:lnTo>
                    <a:pt x="491617" y="279526"/>
                  </a:lnTo>
                  <a:lnTo>
                    <a:pt x="696214" y="279526"/>
                  </a:lnTo>
                  <a:lnTo>
                    <a:pt x="696214" y="383286"/>
                  </a:lnTo>
                  <a:lnTo>
                    <a:pt x="745871" y="383286"/>
                  </a:lnTo>
                  <a:lnTo>
                    <a:pt x="745871" y="237235"/>
                  </a:lnTo>
                  <a:close/>
                </a:path>
                <a:path w="1189354" h="383540">
                  <a:moveTo>
                    <a:pt x="961263" y="74168"/>
                  </a:moveTo>
                  <a:lnTo>
                    <a:pt x="911605" y="74168"/>
                  </a:lnTo>
                  <a:lnTo>
                    <a:pt x="911605" y="116077"/>
                  </a:lnTo>
                  <a:lnTo>
                    <a:pt x="909726" y="137554"/>
                  </a:lnTo>
                  <a:lnTo>
                    <a:pt x="894728" y="180746"/>
                  </a:lnTo>
                  <a:lnTo>
                    <a:pt x="866132" y="222634"/>
                  </a:lnTo>
                  <a:lnTo>
                    <a:pt x="832413" y="253408"/>
                  </a:lnTo>
                  <a:lnTo>
                    <a:pt x="814197" y="264033"/>
                  </a:lnTo>
                  <a:lnTo>
                    <a:pt x="851026" y="295910"/>
                  </a:lnTo>
                  <a:lnTo>
                    <a:pt x="884406" y="267477"/>
                  </a:lnTo>
                  <a:lnTo>
                    <a:pt x="919130" y="225282"/>
                  </a:lnTo>
                  <a:lnTo>
                    <a:pt x="936878" y="196850"/>
                  </a:lnTo>
                  <a:lnTo>
                    <a:pt x="991211" y="196850"/>
                  </a:lnTo>
                  <a:lnTo>
                    <a:pt x="968486" y="155273"/>
                  </a:lnTo>
                  <a:lnTo>
                    <a:pt x="961376" y="116077"/>
                  </a:lnTo>
                  <a:lnTo>
                    <a:pt x="961263" y="74168"/>
                  </a:lnTo>
                  <a:close/>
                </a:path>
                <a:path w="1189354" h="383540">
                  <a:moveTo>
                    <a:pt x="991211" y="196850"/>
                  </a:moveTo>
                  <a:lnTo>
                    <a:pt x="936878" y="196850"/>
                  </a:lnTo>
                  <a:lnTo>
                    <a:pt x="951995" y="220785"/>
                  </a:lnTo>
                  <a:lnTo>
                    <a:pt x="971423" y="244030"/>
                  </a:lnTo>
                  <a:lnTo>
                    <a:pt x="995136" y="266608"/>
                  </a:lnTo>
                  <a:lnTo>
                    <a:pt x="1023112" y="288544"/>
                  </a:lnTo>
                  <a:lnTo>
                    <a:pt x="1056004" y="251968"/>
                  </a:lnTo>
                  <a:lnTo>
                    <a:pt x="1037955" y="242298"/>
                  </a:lnTo>
                  <a:lnTo>
                    <a:pt x="1020953" y="229663"/>
                  </a:lnTo>
                  <a:lnTo>
                    <a:pt x="1004998" y="214052"/>
                  </a:lnTo>
                  <a:lnTo>
                    <a:pt x="991211" y="196850"/>
                  </a:lnTo>
                  <a:close/>
                </a:path>
                <a:path w="1189354" h="383540">
                  <a:moveTo>
                    <a:pt x="1042543" y="32257"/>
                  </a:moveTo>
                  <a:lnTo>
                    <a:pt x="828548" y="32257"/>
                  </a:lnTo>
                  <a:lnTo>
                    <a:pt x="828548" y="74168"/>
                  </a:lnTo>
                  <a:lnTo>
                    <a:pt x="1042543" y="74168"/>
                  </a:lnTo>
                  <a:lnTo>
                    <a:pt x="1042543" y="32257"/>
                  </a:lnTo>
                  <a:close/>
                </a:path>
                <a:path w="1189354" h="383540">
                  <a:moveTo>
                    <a:pt x="581532" y="17906"/>
                  </a:moveTo>
                  <a:lnTo>
                    <a:pt x="427354" y="17906"/>
                  </a:lnTo>
                  <a:lnTo>
                    <a:pt x="427354" y="204216"/>
                  </a:lnTo>
                  <a:lnTo>
                    <a:pt x="484006" y="203999"/>
                  </a:lnTo>
                  <a:lnTo>
                    <a:pt x="530336" y="203342"/>
                  </a:lnTo>
                  <a:lnTo>
                    <a:pt x="566354" y="202233"/>
                  </a:lnTo>
                  <a:lnTo>
                    <a:pt x="592074" y="200659"/>
                  </a:lnTo>
                  <a:lnTo>
                    <a:pt x="590347" y="162686"/>
                  </a:lnTo>
                  <a:lnTo>
                    <a:pt x="476503" y="162686"/>
                  </a:lnTo>
                  <a:lnTo>
                    <a:pt x="476503" y="130936"/>
                  </a:lnTo>
                  <a:lnTo>
                    <a:pt x="567690" y="130936"/>
                  </a:lnTo>
                  <a:lnTo>
                    <a:pt x="567690" y="90804"/>
                  </a:lnTo>
                  <a:lnTo>
                    <a:pt x="476503" y="90804"/>
                  </a:lnTo>
                  <a:lnTo>
                    <a:pt x="476503" y="59817"/>
                  </a:lnTo>
                  <a:lnTo>
                    <a:pt x="581532" y="59817"/>
                  </a:lnTo>
                  <a:lnTo>
                    <a:pt x="581532" y="17906"/>
                  </a:lnTo>
                  <a:close/>
                </a:path>
                <a:path w="1189354" h="383540">
                  <a:moveTo>
                    <a:pt x="590169" y="158750"/>
                  </a:moveTo>
                  <a:lnTo>
                    <a:pt x="567336" y="160490"/>
                  </a:lnTo>
                  <a:lnTo>
                    <a:pt x="540766" y="161718"/>
                  </a:lnTo>
                  <a:lnTo>
                    <a:pt x="510480" y="162446"/>
                  </a:lnTo>
                  <a:lnTo>
                    <a:pt x="476503" y="162686"/>
                  </a:lnTo>
                  <a:lnTo>
                    <a:pt x="590347" y="162686"/>
                  </a:lnTo>
                  <a:lnTo>
                    <a:pt x="590169" y="158750"/>
                  </a:lnTo>
                  <a:close/>
                </a:path>
                <a:path w="1189354" h="383540">
                  <a:moveTo>
                    <a:pt x="1129156" y="0"/>
                  </a:moveTo>
                  <a:lnTo>
                    <a:pt x="1079627" y="0"/>
                  </a:lnTo>
                  <a:lnTo>
                    <a:pt x="1079627" y="383286"/>
                  </a:lnTo>
                  <a:lnTo>
                    <a:pt x="1129156" y="383286"/>
                  </a:lnTo>
                  <a:lnTo>
                    <a:pt x="1129156" y="189102"/>
                  </a:lnTo>
                  <a:lnTo>
                    <a:pt x="1189101" y="189102"/>
                  </a:lnTo>
                  <a:lnTo>
                    <a:pt x="1189101" y="147193"/>
                  </a:lnTo>
                  <a:lnTo>
                    <a:pt x="1129156" y="147193"/>
                  </a:lnTo>
                  <a:lnTo>
                    <a:pt x="1129156" y="0"/>
                  </a:lnTo>
                  <a:close/>
                </a:path>
                <a:path w="1189354" h="383540">
                  <a:moveTo>
                    <a:pt x="666623" y="7747"/>
                  </a:moveTo>
                  <a:lnTo>
                    <a:pt x="617727" y="7747"/>
                  </a:lnTo>
                  <a:lnTo>
                    <a:pt x="617727" y="220979"/>
                  </a:lnTo>
                  <a:lnTo>
                    <a:pt x="666623" y="220979"/>
                  </a:lnTo>
                  <a:lnTo>
                    <a:pt x="666623" y="139446"/>
                  </a:lnTo>
                  <a:lnTo>
                    <a:pt x="745871" y="139446"/>
                  </a:lnTo>
                  <a:lnTo>
                    <a:pt x="745871" y="97790"/>
                  </a:lnTo>
                  <a:lnTo>
                    <a:pt x="666623" y="97790"/>
                  </a:lnTo>
                  <a:lnTo>
                    <a:pt x="666623" y="7747"/>
                  </a:lnTo>
                  <a:close/>
                </a:path>
                <a:path w="1189354" h="383540">
                  <a:moveTo>
                    <a:pt x="745871" y="139446"/>
                  </a:moveTo>
                  <a:lnTo>
                    <a:pt x="696595" y="139446"/>
                  </a:lnTo>
                  <a:lnTo>
                    <a:pt x="696595" y="220979"/>
                  </a:lnTo>
                  <a:lnTo>
                    <a:pt x="745871" y="220979"/>
                  </a:lnTo>
                  <a:lnTo>
                    <a:pt x="745871" y="139446"/>
                  </a:lnTo>
                  <a:close/>
                </a:path>
                <a:path w="1189354" h="383540">
                  <a:moveTo>
                    <a:pt x="745871" y="0"/>
                  </a:moveTo>
                  <a:lnTo>
                    <a:pt x="696595" y="0"/>
                  </a:lnTo>
                  <a:lnTo>
                    <a:pt x="696595" y="97790"/>
                  </a:lnTo>
                  <a:lnTo>
                    <a:pt x="745871" y="97790"/>
                  </a:lnTo>
                  <a:lnTo>
                    <a:pt x="74587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093327" y="116332"/>
              <a:ext cx="969010" cy="365760"/>
            </a:xfrm>
            <a:custGeom>
              <a:avLst/>
              <a:gdLst/>
              <a:ahLst/>
              <a:cxnLst/>
              <a:rect l="l" t="t" r="r" b="b"/>
              <a:pathLst>
                <a:path w="969009" h="365759">
                  <a:moveTo>
                    <a:pt x="0" y="221361"/>
                  </a:moveTo>
                  <a:lnTo>
                    <a:pt x="49911" y="221361"/>
                  </a:lnTo>
                  <a:lnTo>
                    <a:pt x="49911" y="310134"/>
                  </a:lnTo>
                  <a:lnTo>
                    <a:pt x="254762" y="310134"/>
                  </a:lnTo>
                  <a:lnTo>
                    <a:pt x="254762" y="352044"/>
                  </a:lnTo>
                  <a:lnTo>
                    <a:pt x="0" y="352044"/>
                  </a:lnTo>
                  <a:lnTo>
                    <a:pt x="0" y="221361"/>
                  </a:lnTo>
                  <a:close/>
                </a:path>
                <a:path w="969009" h="365759">
                  <a:moveTo>
                    <a:pt x="404368" y="219328"/>
                  </a:moveTo>
                  <a:lnTo>
                    <a:pt x="658622" y="219328"/>
                  </a:lnTo>
                  <a:lnTo>
                    <a:pt x="658622" y="365379"/>
                  </a:lnTo>
                  <a:lnTo>
                    <a:pt x="608965" y="365379"/>
                  </a:lnTo>
                  <a:lnTo>
                    <a:pt x="608965" y="261620"/>
                  </a:lnTo>
                  <a:lnTo>
                    <a:pt x="404368" y="261620"/>
                  </a:lnTo>
                  <a:lnTo>
                    <a:pt x="404368" y="219328"/>
                  </a:lnTo>
                  <a:close/>
                </a:path>
                <a:path w="969009" h="365759">
                  <a:moveTo>
                    <a:pt x="741299" y="14350"/>
                  </a:moveTo>
                  <a:lnTo>
                    <a:pt x="955294" y="14350"/>
                  </a:lnTo>
                  <a:lnTo>
                    <a:pt x="955294" y="56261"/>
                  </a:lnTo>
                  <a:lnTo>
                    <a:pt x="874014" y="56261"/>
                  </a:lnTo>
                  <a:lnTo>
                    <a:pt x="874014" y="96900"/>
                  </a:lnTo>
                  <a:lnTo>
                    <a:pt x="881237" y="137366"/>
                  </a:lnTo>
                  <a:lnTo>
                    <a:pt x="902843" y="177546"/>
                  </a:lnTo>
                  <a:lnTo>
                    <a:pt x="933704" y="211756"/>
                  </a:lnTo>
                  <a:lnTo>
                    <a:pt x="968755" y="234061"/>
                  </a:lnTo>
                  <a:lnTo>
                    <a:pt x="935863" y="270637"/>
                  </a:lnTo>
                  <a:lnTo>
                    <a:pt x="907887" y="248701"/>
                  </a:lnTo>
                  <a:lnTo>
                    <a:pt x="884174" y="226123"/>
                  </a:lnTo>
                  <a:lnTo>
                    <a:pt x="864746" y="202878"/>
                  </a:lnTo>
                  <a:lnTo>
                    <a:pt x="849629" y="178943"/>
                  </a:lnTo>
                  <a:lnTo>
                    <a:pt x="841339" y="193141"/>
                  </a:lnTo>
                  <a:lnTo>
                    <a:pt x="809371" y="236093"/>
                  </a:lnTo>
                  <a:lnTo>
                    <a:pt x="774348" y="270525"/>
                  </a:lnTo>
                  <a:lnTo>
                    <a:pt x="763777" y="278003"/>
                  </a:lnTo>
                  <a:lnTo>
                    <a:pt x="726948" y="246126"/>
                  </a:lnTo>
                  <a:lnTo>
                    <a:pt x="745164" y="235501"/>
                  </a:lnTo>
                  <a:lnTo>
                    <a:pt x="762476" y="221710"/>
                  </a:lnTo>
                  <a:lnTo>
                    <a:pt x="794384" y="184531"/>
                  </a:lnTo>
                  <a:lnTo>
                    <a:pt x="816848" y="141208"/>
                  </a:lnTo>
                  <a:lnTo>
                    <a:pt x="824356" y="98171"/>
                  </a:lnTo>
                  <a:lnTo>
                    <a:pt x="824356" y="56261"/>
                  </a:lnTo>
                  <a:lnTo>
                    <a:pt x="741299" y="56261"/>
                  </a:lnTo>
                  <a:lnTo>
                    <a:pt x="741299" y="14350"/>
                  </a:lnTo>
                  <a:close/>
                </a:path>
                <a:path w="969009" h="365759">
                  <a:moveTo>
                    <a:pt x="340105" y="0"/>
                  </a:moveTo>
                  <a:lnTo>
                    <a:pt x="494283" y="0"/>
                  </a:lnTo>
                  <a:lnTo>
                    <a:pt x="494283" y="41910"/>
                  </a:lnTo>
                  <a:lnTo>
                    <a:pt x="389254" y="41910"/>
                  </a:lnTo>
                  <a:lnTo>
                    <a:pt x="389254" y="72898"/>
                  </a:lnTo>
                  <a:lnTo>
                    <a:pt x="480441" y="72898"/>
                  </a:lnTo>
                  <a:lnTo>
                    <a:pt x="480441" y="113029"/>
                  </a:lnTo>
                  <a:lnTo>
                    <a:pt x="389254" y="113029"/>
                  </a:lnTo>
                  <a:lnTo>
                    <a:pt x="389254" y="144779"/>
                  </a:lnTo>
                  <a:lnTo>
                    <a:pt x="423231" y="144539"/>
                  </a:lnTo>
                  <a:lnTo>
                    <a:pt x="453517" y="143811"/>
                  </a:lnTo>
                  <a:lnTo>
                    <a:pt x="480087" y="142583"/>
                  </a:lnTo>
                  <a:lnTo>
                    <a:pt x="502920" y="140843"/>
                  </a:lnTo>
                  <a:lnTo>
                    <a:pt x="504825" y="182752"/>
                  </a:lnTo>
                  <a:lnTo>
                    <a:pt x="479105" y="184326"/>
                  </a:lnTo>
                  <a:lnTo>
                    <a:pt x="443087" y="185435"/>
                  </a:lnTo>
                  <a:lnTo>
                    <a:pt x="396757" y="186092"/>
                  </a:lnTo>
                  <a:lnTo>
                    <a:pt x="340105" y="186309"/>
                  </a:lnTo>
                  <a:lnTo>
                    <a:pt x="340105" y="0"/>
                  </a:lnTo>
                  <a:close/>
                </a:path>
              </a:pathLst>
            </a:custGeom>
            <a:ln w="9144">
              <a:solidFill>
                <a:srgbClr val="843B0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001506" y="110109"/>
              <a:ext cx="250190" cy="227711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9211182" y="98425"/>
              <a:ext cx="984250" cy="383540"/>
            </a:xfrm>
            <a:custGeom>
              <a:avLst/>
              <a:gdLst/>
              <a:ahLst/>
              <a:cxnLst/>
              <a:rect l="l" t="t" r="r" b="b"/>
              <a:pathLst>
                <a:path w="984250" h="383540">
                  <a:moveTo>
                    <a:pt x="874522" y="0"/>
                  </a:moveTo>
                  <a:lnTo>
                    <a:pt x="924051" y="0"/>
                  </a:lnTo>
                  <a:lnTo>
                    <a:pt x="924051" y="147193"/>
                  </a:lnTo>
                  <a:lnTo>
                    <a:pt x="983996" y="147193"/>
                  </a:lnTo>
                  <a:lnTo>
                    <a:pt x="983996" y="189102"/>
                  </a:lnTo>
                  <a:lnTo>
                    <a:pt x="924051" y="189102"/>
                  </a:lnTo>
                  <a:lnTo>
                    <a:pt x="924051" y="383286"/>
                  </a:lnTo>
                  <a:lnTo>
                    <a:pt x="874522" y="383286"/>
                  </a:lnTo>
                  <a:lnTo>
                    <a:pt x="874522" y="0"/>
                  </a:lnTo>
                  <a:close/>
                </a:path>
                <a:path w="984250" h="383540">
                  <a:moveTo>
                    <a:pt x="491490" y="0"/>
                  </a:moveTo>
                  <a:lnTo>
                    <a:pt x="540766" y="0"/>
                  </a:lnTo>
                  <a:lnTo>
                    <a:pt x="540766" y="220979"/>
                  </a:lnTo>
                  <a:lnTo>
                    <a:pt x="491490" y="220979"/>
                  </a:lnTo>
                  <a:lnTo>
                    <a:pt x="491490" y="139446"/>
                  </a:lnTo>
                  <a:lnTo>
                    <a:pt x="461518" y="139446"/>
                  </a:lnTo>
                  <a:lnTo>
                    <a:pt x="461518" y="220979"/>
                  </a:lnTo>
                  <a:lnTo>
                    <a:pt x="412623" y="220979"/>
                  </a:lnTo>
                  <a:lnTo>
                    <a:pt x="412623" y="7747"/>
                  </a:lnTo>
                  <a:lnTo>
                    <a:pt x="461518" y="7747"/>
                  </a:lnTo>
                  <a:lnTo>
                    <a:pt x="461518" y="97790"/>
                  </a:lnTo>
                  <a:lnTo>
                    <a:pt x="491490" y="97790"/>
                  </a:lnTo>
                  <a:lnTo>
                    <a:pt x="491490" y="0"/>
                  </a:lnTo>
                  <a:close/>
                </a:path>
                <a:path w="984250" h="383540">
                  <a:moveTo>
                    <a:pt x="80645" y="0"/>
                  </a:moveTo>
                  <a:lnTo>
                    <a:pt x="129540" y="0"/>
                  </a:lnTo>
                  <a:lnTo>
                    <a:pt x="129540" y="274192"/>
                  </a:lnTo>
                  <a:lnTo>
                    <a:pt x="80645" y="274192"/>
                  </a:lnTo>
                  <a:lnTo>
                    <a:pt x="80645" y="126110"/>
                  </a:lnTo>
                  <a:lnTo>
                    <a:pt x="0" y="126110"/>
                  </a:lnTo>
                  <a:lnTo>
                    <a:pt x="0" y="83820"/>
                  </a:lnTo>
                  <a:lnTo>
                    <a:pt x="80645" y="83820"/>
                  </a:lnTo>
                  <a:lnTo>
                    <a:pt x="80645" y="0"/>
                  </a:lnTo>
                  <a:close/>
                </a:path>
              </a:pathLst>
            </a:custGeom>
            <a:ln w="9144">
              <a:solidFill>
                <a:srgbClr val="843B0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741664" y="0"/>
              <a:ext cx="1711452" cy="780288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234168" y="132460"/>
              <a:ext cx="1751456" cy="38442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962388" y="0"/>
              <a:ext cx="2229611" cy="780288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7950" y="643420"/>
              <a:ext cx="12046585" cy="5940425"/>
            </a:xfrm>
            <a:custGeom>
              <a:avLst/>
              <a:gdLst/>
              <a:ahLst/>
              <a:cxnLst/>
              <a:rect l="l" t="t" r="r" b="b"/>
              <a:pathLst>
                <a:path w="12046585" h="5940425">
                  <a:moveTo>
                    <a:pt x="0" y="5940044"/>
                  </a:moveTo>
                  <a:lnTo>
                    <a:pt x="12046331" y="5940044"/>
                  </a:lnTo>
                  <a:lnTo>
                    <a:pt x="12046331" y="0"/>
                  </a:lnTo>
                  <a:lnTo>
                    <a:pt x="0" y="0"/>
                  </a:lnTo>
                  <a:lnTo>
                    <a:pt x="0" y="5940044"/>
                  </a:lnTo>
                  <a:close/>
                </a:path>
              </a:pathLst>
            </a:custGeom>
            <a:ln w="9525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86664" y="671830"/>
            <a:ext cx="15894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dirty="0"/>
              <a:t>▶</a:t>
            </a:r>
            <a:r>
              <a:rPr sz="2000" dirty="0"/>
              <a:t>직접</a:t>
            </a:r>
            <a:r>
              <a:rPr sz="2000" spc="-85" dirty="0"/>
              <a:t> </a:t>
            </a:r>
            <a:r>
              <a:rPr sz="2000" dirty="0"/>
              <a:t>선택자</a:t>
            </a:r>
            <a:endParaRPr sz="2000"/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36830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/>
              <a:t>4</a:t>
            </a:fld>
            <a:endParaRPr dirty="0"/>
          </a:p>
        </p:txBody>
      </p:sp>
      <p:sp>
        <p:nvSpPr>
          <p:cNvPr id="15" name="object 15"/>
          <p:cNvSpPr txBox="1"/>
          <p:nvPr/>
        </p:nvSpPr>
        <p:spPr>
          <a:xfrm>
            <a:off x="86664" y="1283335"/>
            <a:ext cx="9865360" cy="52076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95"/>
              </a:spcBef>
              <a:buFont typeface=""/>
              <a:buChar char="-"/>
              <a:tabLst>
                <a:tab pos="299085" algn="l"/>
                <a:tab pos="299720" algn="l"/>
              </a:tabLst>
            </a:pP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$(“*”)</a:t>
            </a:r>
            <a:r>
              <a:rPr sz="1600" b="1" spc="-2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or </a:t>
            </a:r>
            <a:r>
              <a:rPr sz="1600" b="1" dirty="0">
                <a:solidFill>
                  <a:srgbClr val="3A3838"/>
                </a:solidFill>
                <a:latin typeface="맑은 고딕"/>
                <a:cs typeface="맑은 고딕"/>
              </a:rPr>
              <a:t>jquery(“*”)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 :</a:t>
            </a:r>
            <a:r>
              <a:rPr sz="1600" b="1" spc="2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전체 선택자</a:t>
            </a:r>
            <a:r>
              <a:rPr sz="1600" b="1" spc="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, 모든</a:t>
            </a:r>
            <a:r>
              <a:rPr sz="1600" b="1" spc="1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요소를</a:t>
            </a:r>
            <a:r>
              <a:rPr sz="1600" b="1" spc="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선택.</a:t>
            </a:r>
            <a:endParaRPr sz="1600">
              <a:latin typeface="맑은 고딕"/>
              <a:cs typeface="맑은 고딕"/>
            </a:endParaRPr>
          </a:p>
          <a:p>
            <a:pPr marL="299085" indent="-287020">
              <a:lnSpc>
                <a:spcPct val="100000"/>
              </a:lnSpc>
              <a:buFont typeface=""/>
              <a:buChar char="-"/>
              <a:tabLst>
                <a:tab pos="299085" algn="l"/>
                <a:tab pos="299720" algn="l"/>
              </a:tabLst>
            </a:pP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$(“#아이디명”)</a:t>
            </a:r>
            <a:r>
              <a:rPr sz="1600" b="1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or</a:t>
            </a:r>
            <a:r>
              <a:rPr sz="1600" b="1" spc="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dirty="0">
                <a:solidFill>
                  <a:srgbClr val="3A3838"/>
                </a:solidFill>
                <a:latin typeface="맑은 고딕"/>
                <a:cs typeface="맑은 고딕"/>
              </a:rPr>
              <a:t>jquery(“#아이디명”)</a:t>
            </a:r>
            <a:r>
              <a:rPr sz="1600" b="1" spc="2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:</a:t>
            </a:r>
            <a:r>
              <a:rPr sz="1600" b="1" spc="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해당</a:t>
            </a:r>
            <a:r>
              <a:rPr sz="1600" b="1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10" dirty="0">
                <a:solidFill>
                  <a:srgbClr val="3A3838"/>
                </a:solidFill>
                <a:latin typeface="맑은 고딕"/>
                <a:cs typeface="맑은 고딕"/>
              </a:rPr>
              <a:t>id속성값을</a:t>
            </a:r>
            <a:r>
              <a:rPr sz="1600" b="1" spc="2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가진</a:t>
            </a:r>
            <a:r>
              <a:rPr sz="1600" b="1" spc="1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요소를</a:t>
            </a:r>
            <a:r>
              <a:rPr sz="1600" b="1" spc="1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선택.</a:t>
            </a:r>
            <a:endParaRPr sz="1600">
              <a:latin typeface="맑은 고딕"/>
              <a:cs typeface="맑은 고딕"/>
            </a:endParaRPr>
          </a:p>
          <a:p>
            <a:pPr marL="299085" indent="-287020">
              <a:lnSpc>
                <a:spcPct val="100000"/>
              </a:lnSpc>
              <a:buFont typeface=""/>
              <a:buChar char="-"/>
              <a:tabLst>
                <a:tab pos="299085" algn="l"/>
                <a:tab pos="299720" algn="l"/>
              </a:tabLst>
            </a:pPr>
            <a:r>
              <a:rPr sz="1600" b="1" spc="-10" dirty="0">
                <a:solidFill>
                  <a:srgbClr val="3A3838"/>
                </a:solidFill>
                <a:latin typeface="맑은 고딕"/>
                <a:cs typeface="맑은 고딕"/>
              </a:rPr>
              <a:t>$(“.클래스명”)</a:t>
            </a:r>
            <a:r>
              <a:rPr sz="1600" b="1" spc="1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or</a:t>
            </a:r>
            <a:r>
              <a:rPr sz="1600" b="1" spc="-1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jquery(“.클래스명”)</a:t>
            </a:r>
            <a:r>
              <a:rPr sz="1600" b="1" spc="2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:</a:t>
            </a:r>
            <a:r>
              <a:rPr sz="1600" b="1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해당</a:t>
            </a:r>
            <a:r>
              <a:rPr sz="1600" b="1" spc="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10" dirty="0">
                <a:solidFill>
                  <a:srgbClr val="3A3838"/>
                </a:solidFill>
                <a:latin typeface="맑은 고딕"/>
                <a:cs typeface="맑은 고딕"/>
              </a:rPr>
              <a:t>class속성값을</a:t>
            </a:r>
            <a:r>
              <a:rPr sz="1600" b="1" spc="3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가진</a:t>
            </a:r>
            <a:r>
              <a:rPr sz="1600" b="1" spc="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요소를</a:t>
            </a:r>
            <a:r>
              <a:rPr sz="1600" b="1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선택.</a:t>
            </a:r>
            <a:endParaRPr sz="1600">
              <a:latin typeface="맑은 고딕"/>
              <a:cs typeface="맑은 고딕"/>
            </a:endParaRPr>
          </a:p>
          <a:p>
            <a:pPr marL="299085" indent="-287020">
              <a:lnSpc>
                <a:spcPct val="100000"/>
              </a:lnSpc>
              <a:buFont typeface=""/>
              <a:buChar char="-"/>
              <a:tabLst>
                <a:tab pos="299085" algn="l"/>
                <a:tab pos="299720" algn="l"/>
              </a:tabLst>
            </a:pP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$(“요소명”)</a:t>
            </a:r>
            <a:r>
              <a:rPr sz="1600" b="1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or</a:t>
            </a:r>
            <a:r>
              <a:rPr sz="1600" b="1" spc="-1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dirty="0">
                <a:solidFill>
                  <a:srgbClr val="3A3838"/>
                </a:solidFill>
                <a:latin typeface="맑은 고딕"/>
                <a:cs typeface="맑은 고딕"/>
              </a:rPr>
              <a:t>jquery(“요소명”)</a:t>
            </a:r>
            <a:r>
              <a:rPr sz="1600" b="1" spc="1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:</a:t>
            </a:r>
            <a:r>
              <a:rPr sz="1600" b="1" spc="1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해당 요소(=엘리먼트=태그)를</a:t>
            </a:r>
            <a:r>
              <a:rPr sz="1600" b="1" spc="3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선택</a:t>
            </a:r>
            <a:endParaRPr sz="1600">
              <a:latin typeface="맑은 고딕"/>
              <a:cs typeface="맑은 고딕"/>
            </a:endParaRPr>
          </a:p>
          <a:p>
            <a:pPr marL="297180" marR="1940560" indent="-285115">
              <a:lnSpc>
                <a:spcPct val="100000"/>
              </a:lnSpc>
              <a:buFont typeface=""/>
              <a:buChar char="-"/>
              <a:tabLst>
                <a:tab pos="299085" algn="l"/>
                <a:tab pos="299720" algn="l"/>
                <a:tab pos="3693160" algn="l"/>
                <a:tab pos="4041140" algn="l"/>
              </a:tabLst>
            </a:pP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$(“선택자1,</a:t>
            </a:r>
            <a:r>
              <a:rPr sz="1600" b="1" spc="2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선택자2,</a:t>
            </a:r>
            <a:r>
              <a:rPr sz="1600" b="1" spc="2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...</a:t>
            </a:r>
            <a:r>
              <a:rPr sz="1600" b="1" spc="3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,</a:t>
            </a:r>
            <a:r>
              <a:rPr sz="1600" b="1" spc="3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선택자n”)	or	</a:t>
            </a:r>
            <a:r>
              <a:rPr sz="1600" b="1" dirty="0">
                <a:solidFill>
                  <a:srgbClr val="3A3838"/>
                </a:solidFill>
                <a:latin typeface="맑은 고딕"/>
                <a:cs typeface="맑은 고딕"/>
              </a:rPr>
              <a:t>jquery(“선택자1,</a:t>
            </a:r>
            <a:r>
              <a:rPr sz="1600" b="1" spc="2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선택자2,</a:t>
            </a:r>
            <a:r>
              <a:rPr sz="1600" b="1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...</a:t>
            </a:r>
            <a:r>
              <a:rPr sz="1600" b="1" spc="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,</a:t>
            </a:r>
            <a:r>
              <a:rPr sz="1600" b="1" spc="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선택자n”)</a:t>
            </a:r>
            <a:r>
              <a:rPr sz="1600" b="1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: </a:t>
            </a:r>
            <a:r>
              <a:rPr sz="1600" b="1" spc="-55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해당</a:t>
            </a:r>
            <a:r>
              <a:rPr sz="1600" b="1" spc="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나열된</a:t>
            </a:r>
            <a:r>
              <a:rPr sz="1600" b="1" spc="1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선택자에</a:t>
            </a:r>
            <a:r>
              <a:rPr sz="1600" b="1" spc="1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해당되는</a:t>
            </a:r>
            <a:r>
              <a:rPr sz="1600" b="1" spc="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요소들을</a:t>
            </a:r>
            <a:r>
              <a:rPr sz="1600" b="1" spc="2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선택.</a:t>
            </a:r>
            <a:endParaRPr sz="1600">
              <a:latin typeface="맑은 고딕"/>
              <a:cs typeface="맑은 고딕"/>
            </a:endParaRPr>
          </a:p>
          <a:p>
            <a:pPr marL="297180" marR="218440" indent="-285115">
              <a:lnSpc>
                <a:spcPct val="100000"/>
              </a:lnSpc>
              <a:buFont typeface=""/>
              <a:buChar char="-"/>
              <a:tabLst>
                <a:tab pos="299085" algn="l"/>
                <a:tab pos="299720" algn="l"/>
              </a:tabLst>
            </a:pP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$(“요소명.클래스명”)</a:t>
            </a:r>
            <a:r>
              <a:rPr sz="1600" b="1" spc="3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또는</a:t>
            </a:r>
            <a:r>
              <a:rPr sz="1600" b="1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$(“요소명#아이디명”)</a:t>
            </a:r>
            <a:r>
              <a:rPr sz="1600" b="1" spc="1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:</a:t>
            </a:r>
            <a:r>
              <a:rPr sz="1600" b="1" spc="2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해당</a:t>
            </a:r>
            <a:r>
              <a:rPr sz="1600" b="1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요소</a:t>
            </a:r>
            <a:r>
              <a:rPr sz="1600" b="1" spc="1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중</a:t>
            </a:r>
            <a:r>
              <a:rPr sz="1600" b="1" spc="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해당</a:t>
            </a:r>
            <a:r>
              <a:rPr sz="1600" b="1" spc="1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10" dirty="0">
                <a:solidFill>
                  <a:srgbClr val="3A3838"/>
                </a:solidFill>
                <a:latin typeface="맑은 고딕"/>
                <a:cs typeface="맑은 고딕"/>
              </a:rPr>
              <a:t>class속성값을</a:t>
            </a:r>
            <a:r>
              <a:rPr sz="1600" b="1" spc="3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가진</a:t>
            </a:r>
            <a:r>
              <a:rPr sz="1600" b="1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요소를</a:t>
            </a:r>
            <a:r>
              <a:rPr sz="1600" b="1" spc="1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선택. </a:t>
            </a:r>
            <a:r>
              <a:rPr sz="1600" b="1" spc="-55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또는</a:t>
            </a:r>
            <a:r>
              <a:rPr sz="1600" b="1" spc="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해당</a:t>
            </a:r>
            <a:r>
              <a:rPr sz="1600" b="1" spc="1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요소</a:t>
            </a:r>
            <a:r>
              <a:rPr sz="1600" b="1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중</a:t>
            </a:r>
            <a:r>
              <a:rPr sz="1600" b="1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해당</a:t>
            </a:r>
            <a:r>
              <a:rPr sz="1600" b="1" spc="1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10" dirty="0">
                <a:solidFill>
                  <a:srgbClr val="3A3838"/>
                </a:solidFill>
                <a:latin typeface="맑은 고딕"/>
                <a:cs typeface="맑은 고딕"/>
              </a:rPr>
              <a:t>id속성값을</a:t>
            </a:r>
            <a:r>
              <a:rPr sz="1600" b="1" spc="2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가진 요소를</a:t>
            </a:r>
            <a:r>
              <a:rPr sz="1600" b="1" spc="1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선택.</a:t>
            </a:r>
            <a:endParaRPr sz="1600">
              <a:latin typeface="맑은 고딕"/>
              <a:cs typeface="맑은 고딕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Clr>
                <a:srgbClr val="3A3838"/>
              </a:buClr>
              <a:buFont typeface=""/>
              <a:buChar char="-"/>
            </a:pPr>
            <a:endParaRPr sz="105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b="1" dirty="0">
                <a:solidFill>
                  <a:srgbClr val="3A3838"/>
                </a:solidFill>
                <a:latin typeface="맑은 고딕"/>
                <a:cs typeface="맑은 고딕"/>
              </a:rPr>
              <a:t>▶인접</a:t>
            </a:r>
            <a:r>
              <a:rPr sz="2000" b="1" spc="-6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2000" b="1" dirty="0">
                <a:solidFill>
                  <a:srgbClr val="3A3838"/>
                </a:solidFill>
                <a:latin typeface="맑은 고딕"/>
                <a:cs typeface="맑은 고딕"/>
              </a:rPr>
              <a:t>선택자</a:t>
            </a:r>
            <a:endParaRPr sz="2000">
              <a:latin typeface="맑은 고딕"/>
              <a:cs typeface="맑은 고딕"/>
            </a:endParaRPr>
          </a:p>
          <a:p>
            <a:pPr marL="299085" indent="-287020">
              <a:lnSpc>
                <a:spcPct val="100000"/>
              </a:lnSpc>
              <a:spcBef>
                <a:spcPts val="1925"/>
              </a:spcBef>
              <a:buFont typeface=""/>
              <a:buChar char="-"/>
              <a:tabLst>
                <a:tab pos="299085" algn="l"/>
                <a:tab pos="299720" algn="l"/>
              </a:tabLst>
            </a:pP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$(“선택자”).parent()</a:t>
            </a:r>
            <a:r>
              <a:rPr sz="1600" b="1" spc="1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:</a:t>
            </a:r>
            <a:r>
              <a:rPr sz="1600" b="1" spc="1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부모</a:t>
            </a:r>
            <a:r>
              <a:rPr sz="1600" b="1" spc="-1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선택자,</a:t>
            </a:r>
            <a:r>
              <a:rPr sz="1600" b="1" spc="1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해당</a:t>
            </a:r>
            <a:r>
              <a:rPr sz="1600" b="1" spc="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요소의</a:t>
            </a:r>
            <a:r>
              <a:rPr sz="1600" b="1" spc="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부모 요소만</a:t>
            </a:r>
            <a:r>
              <a:rPr sz="1600" b="1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선택함.</a:t>
            </a:r>
            <a:endParaRPr sz="1600">
              <a:latin typeface="맑은 고딕"/>
              <a:cs typeface="맑은 고딕"/>
            </a:endParaRPr>
          </a:p>
          <a:p>
            <a:pPr marL="299085" indent="-287020">
              <a:lnSpc>
                <a:spcPct val="100000"/>
              </a:lnSpc>
              <a:buFont typeface=""/>
              <a:buChar char="-"/>
              <a:tabLst>
                <a:tab pos="299085" algn="l"/>
                <a:tab pos="299720" algn="l"/>
              </a:tabLst>
            </a:pP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$(“선택자”).parents()</a:t>
            </a:r>
            <a:r>
              <a:rPr sz="1600" b="1" spc="3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: 상위</a:t>
            </a:r>
            <a:r>
              <a:rPr sz="1600" b="1" spc="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선택자</a:t>
            </a:r>
            <a:r>
              <a:rPr sz="1600" b="1" spc="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,</a:t>
            </a:r>
            <a:r>
              <a:rPr sz="1600" b="1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해당 요소의</a:t>
            </a:r>
            <a:r>
              <a:rPr sz="1600" b="1" spc="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조상</a:t>
            </a:r>
            <a:r>
              <a:rPr sz="1600" b="1" spc="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요소(부모</a:t>
            </a:r>
            <a:r>
              <a:rPr sz="1600" b="1" spc="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포함)를</a:t>
            </a:r>
            <a:r>
              <a:rPr sz="1600" b="1" spc="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선택함.</a:t>
            </a:r>
            <a:endParaRPr sz="1600">
              <a:latin typeface="맑은 고딕"/>
              <a:cs typeface="맑은 고딕"/>
            </a:endParaRPr>
          </a:p>
          <a:p>
            <a:pPr marL="299085" indent="-287020">
              <a:lnSpc>
                <a:spcPct val="100000"/>
              </a:lnSpc>
              <a:buFont typeface=""/>
              <a:buChar char="-"/>
              <a:tabLst>
                <a:tab pos="299085" algn="l"/>
                <a:tab pos="299720" algn="l"/>
              </a:tabLst>
            </a:pPr>
            <a:r>
              <a:rPr sz="1600" b="1" spc="-10" dirty="0">
                <a:solidFill>
                  <a:srgbClr val="3A3838"/>
                </a:solidFill>
                <a:latin typeface="맑은 고딕"/>
                <a:cs typeface="맑은 고딕"/>
              </a:rPr>
              <a:t>$(“선택자”).closest(“div”)</a:t>
            </a:r>
            <a:r>
              <a:rPr sz="1600" b="1" spc="2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:</a:t>
            </a:r>
            <a:r>
              <a:rPr sz="1600" b="1" spc="1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해당</a:t>
            </a:r>
            <a:r>
              <a:rPr sz="1600" b="1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요소의</a:t>
            </a:r>
            <a:r>
              <a:rPr sz="1600" b="1" spc="1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부모 요소들</a:t>
            </a:r>
            <a:r>
              <a:rPr sz="1600" b="1" spc="1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중</a:t>
            </a:r>
            <a:r>
              <a:rPr sz="1600" b="1" spc="1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가장</a:t>
            </a:r>
            <a:r>
              <a:rPr sz="1600" b="1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가까운</a:t>
            </a:r>
            <a:r>
              <a:rPr sz="1600" b="1" spc="1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10" dirty="0">
                <a:solidFill>
                  <a:srgbClr val="3A3838"/>
                </a:solidFill>
                <a:latin typeface="맑은 고딕"/>
                <a:cs typeface="맑은 고딕"/>
              </a:rPr>
              <a:t>div요소를</a:t>
            </a:r>
            <a:r>
              <a:rPr sz="1600" b="1" spc="3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선택함.</a:t>
            </a:r>
            <a:endParaRPr sz="1600">
              <a:latin typeface="맑은 고딕"/>
              <a:cs typeface="맑은 고딕"/>
            </a:endParaRPr>
          </a:p>
          <a:p>
            <a:pPr marL="299085" indent="-287020">
              <a:lnSpc>
                <a:spcPct val="100000"/>
              </a:lnSpc>
              <a:buFont typeface=""/>
              <a:buChar char="-"/>
              <a:tabLst>
                <a:tab pos="299085" algn="l"/>
                <a:tab pos="299720" algn="l"/>
              </a:tabLst>
            </a:pP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$(“요소 선택자”)</a:t>
            </a:r>
            <a:r>
              <a:rPr sz="1600" b="1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:</a:t>
            </a:r>
            <a:r>
              <a:rPr sz="1600" b="1" spc="1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후손 선택자.</a:t>
            </a:r>
            <a:r>
              <a:rPr sz="1600" b="1" spc="1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(자식</a:t>
            </a:r>
            <a:r>
              <a:rPr sz="1600" b="1" spc="1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포함)</a:t>
            </a:r>
            <a:r>
              <a:rPr sz="1600" b="1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한</a:t>
            </a:r>
            <a:r>
              <a:rPr sz="1600" b="1" spc="1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칸 공백으로</a:t>
            </a:r>
            <a:r>
              <a:rPr sz="1600" b="1" spc="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표현.</a:t>
            </a:r>
            <a:endParaRPr sz="1600">
              <a:latin typeface="맑은 고딕"/>
              <a:cs typeface="맑은 고딕"/>
            </a:endParaRPr>
          </a:p>
          <a:p>
            <a:pPr marL="12700" marR="4568190">
              <a:lnSpc>
                <a:spcPct val="100000"/>
              </a:lnSpc>
              <a:buFont typeface=""/>
              <a:buChar char="-"/>
              <a:tabLst>
                <a:tab pos="299085" algn="l"/>
                <a:tab pos="299720" algn="l"/>
              </a:tabLst>
            </a:pP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$(“요소</a:t>
            </a:r>
            <a:r>
              <a:rPr sz="1600" b="1" spc="-1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&gt;</a:t>
            </a:r>
            <a:r>
              <a:rPr sz="1600" b="1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선택자”)</a:t>
            </a:r>
            <a:r>
              <a:rPr sz="1600" b="1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:</a:t>
            </a:r>
            <a:r>
              <a:rPr sz="1600" b="1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자식</a:t>
            </a:r>
            <a:r>
              <a:rPr sz="1600" b="1" spc="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선택자.</a:t>
            </a:r>
            <a:r>
              <a:rPr sz="1600" b="1" spc="1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자식</a:t>
            </a:r>
            <a:r>
              <a:rPr sz="1600" b="1" spc="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요소만</a:t>
            </a:r>
            <a:r>
              <a:rPr sz="1600" b="1" spc="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선택함. </a:t>
            </a:r>
            <a:r>
              <a:rPr sz="1600" b="1" spc="-54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형 선택자</a:t>
            </a:r>
            <a:r>
              <a:rPr sz="1600" b="1" spc="1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(선택자</a:t>
            </a:r>
            <a:r>
              <a:rPr sz="1600" b="1" spc="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제외)</a:t>
            </a:r>
            <a:r>
              <a:rPr sz="1600" b="1" spc="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:</a:t>
            </a:r>
            <a:endParaRPr sz="1600">
              <a:latin typeface="맑은 고딕"/>
              <a:cs typeface="맑은 고딕"/>
            </a:endParaRPr>
          </a:p>
          <a:p>
            <a:pPr marL="299085" indent="-287020">
              <a:lnSpc>
                <a:spcPct val="100000"/>
              </a:lnSpc>
              <a:buFont typeface=""/>
              <a:buChar char="-"/>
              <a:tabLst>
                <a:tab pos="299085" algn="l"/>
                <a:tab pos="299720" algn="l"/>
              </a:tabLst>
            </a:pP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$(“선택자”).children()</a:t>
            </a:r>
            <a:r>
              <a:rPr sz="1600" b="1" spc="2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: 선택한</a:t>
            </a:r>
            <a:r>
              <a:rPr sz="1600" b="1" spc="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요소의</a:t>
            </a:r>
            <a:r>
              <a:rPr sz="1600" b="1" spc="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모든</a:t>
            </a:r>
            <a:r>
              <a:rPr sz="1600" b="1" spc="-1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자식</a:t>
            </a:r>
            <a:r>
              <a:rPr sz="1600" b="1" spc="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요소를</a:t>
            </a:r>
            <a:r>
              <a:rPr sz="1600" b="1" spc="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10" dirty="0">
                <a:solidFill>
                  <a:srgbClr val="3A3838"/>
                </a:solidFill>
                <a:latin typeface="맑은 고딕"/>
                <a:cs typeface="맑은 고딕"/>
              </a:rPr>
              <a:t>선택함.</a:t>
            </a:r>
            <a:endParaRPr sz="1600">
              <a:latin typeface="맑은 고딕"/>
              <a:cs typeface="맑은 고딕"/>
            </a:endParaRPr>
          </a:p>
          <a:p>
            <a:pPr marL="299085" indent="-287020">
              <a:lnSpc>
                <a:spcPct val="100000"/>
              </a:lnSpc>
              <a:buFont typeface=""/>
              <a:buChar char="-"/>
              <a:tabLst>
                <a:tab pos="299085" algn="l"/>
                <a:tab pos="299720" algn="l"/>
              </a:tabLst>
            </a:pP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$(“선택자”).prev()</a:t>
            </a:r>
            <a:r>
              <a:rPr sz="1600" b="1" spc="2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:</a:t>
            </a:r>
            <a:r>
              <a:rPr sz="1600" b="1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바로 이전</a:t>
            </a:r>
            <a:r>
              <a:rPr sz="1600" b="1" spc="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요소</a:t>
            </a:r>
            <a:r>
              <a:rPr sz="1600" b="1" spc="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선택자.</a:t>
            </a:r>
            <a:r>
              <a:rPr sz="1600" b="1" spc="1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바로 앞</a:t>
            </a:r>
            <a:r>
              <a:rPr sz="1600" b="1" spc="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요소 선택자.</a:t>
            </a:r>
            <a:endParaRPr sz="1600">
              <a:latin typeface="맑은 고딕"/>
              <a:cs typeface="맑은 고딕"/>
            </a:endParaRPr>
          </a:p>
          <a:p>
            <a:pPr marL="299085" indent="-287020">
              <a:lnSpc>
                <a:spcPct val="100000"/>
              </a:lnSpc>
              <a:buFont typeface=""/>
              <a:buChar char="-"/>
              <a:tabLst>
                <a:tab pos="299085" algn="l"/>
                <a:tab pos="299720" algn="l"/>
              </a:tabLst>
            </a:pP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$(“선택자”).prevAll()</a:t>
            </a:r>
            <a:r>
              <a:rPr sz="1600" b="1" spc="2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:</a:t>
            </a:r>
            <a:r>
              <a:rPr sz="1600" b="1" spc="1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바로 이전</a:t>
            </a:r>
            <a:r>
              <a:rPr sz="1600" b="1" spc="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요소들</a:t>
            </a:r>
            <a:r>
              <a:rPr sz="1600" b="1" spc="1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모두 선택.</a:t>
            </a:r>
            <a:r>
              <a:rPr sz="1600" b="1" spc="1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바로</a:t>
            </a:r>
            <a:r>
              <a:rPr sz="1600" b="1" spc="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앞 요소들</a:t>
            </a:r>
            <a:r>
              <a:rPr sz="1600" b="1" spc="1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모두 선택.</a:t>
            </a:r>
            <a:endParaRPr sz="1600">
              <a:latin typeface="맑은 고딕"/>
              <a:cs typeface="맑은 고딕"/>
            </a:endParaRPr>
          </a:p>
          <a:p>
            <a:pPr marL="299085" indent="-287020">
              <a:lnSpc>
                <a:spcPct val="100000"/>
              </a:lnSpc>
              <a:buFont typeface=""/>
              <a:buChar char="-"/>
              <a:tabLst>
                <a:tab pos="299085" algn="l"/>
                <a:tab pos="299720" algn="l"/>
              </a:tabLst>
            </a:pP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$(“선택자”).prevUtil(“요소명”)</a:t>
            </a:r>
            <a:r>
              <a:rPr sz="1600" b="1" spc="3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:</a:t>
            </a:r>
            <a:r>
              <a:rPr sz="1600" b="1" spc="1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선택자</a:t>
            </a:r>
            <a:r>
              <a:rPr sz="1600" b="1" spc="1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요소부터</a:t>
            </a:r>
            <a:r>
              <a:rPr sz="1600" b="1" spc="1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지정한</a:t>
            </a:r>
            <a:r>
              <a:rPr sz="1600" b="1" spc="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요소 바로</a:t>
            </a:r>
            <a:r>
              <a:rPr sz="1600" b="1" spc="1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전까지</a:t>
            </a:r>
            <a:r>
              <a:rPr sz="1600" b="1" spc="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그 안에</a:t>
            </a:r>
            <a:r>
              <a:rPr sz="1600" b="1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있는</a:t>
            </a:r>
            <a:r>
              <a:rPr sz="1600" b="1" spc="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요소</a:t>
            </a:r>
            <a:r>
              <a:rPr sz="1600" b="1" spc="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모두</a:t>
            </a:r>
            <a:r>
              <a:rPr sz="1600" b="1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선택.</a:t>
            </a:r>
            <a:endParaRPr sz="1600">
              <a:latin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-4762" y="0"/>
            <a:ext cx="12201525" cy="784225"/>
            <a:chOff x="-4762" y="0"/>
            <a:chExt cx="12201525" cy="784225"/>
          </a:xfrm>
        </p:grpSpPr>
        <p:sp>
          <p:nvSpPr>
            <p:cNvPr id="4" name="object 4"/>
            <p:cNvSpPr/>
            <p:nvPr/>
          </p:nvSpPr>
          <p:spPr>
            <a:xfrm>
              <a:off x="0" y="952"/>
              <a:ext cx="12192000" cy="584835"/>
            </a:xfrm>
            <a:custGeom>
              <a:avLst/>
              <a:gdLst/>
              <a:ahLst/>
              <a:cxnLst/>
              <a:rect l="l" t="t" r="r" b="b"/>
              <a:pathLst>
                <a:path w="12192000" h="584835">
                  <a:moveTo>
                    <a:pt x="12192000" y="0"/>
                  </a:moveTo>
                  <a:lnTo>
                    <a:pt x="0" y="0"/>
                  </a:lnTo>
                  <a:lnTo>
                    <a:pt x="0" y="584771"/>
                  </a:lnTo>
                  <a:lnTo>
                    <a:pt x="12192000" y="584771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48210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952"/>
              <a:ext cx="12192000" cy="584835"/>
            </a:xfrm>
            <a:custGeom>
              <a:avLst/>
              <a:gdLst/>
              <a:ahLst/>
              <a:cxnLst/>
              <a:rect l="l" t="t" r="r" b="b"/>
              <a:pathLst>
                <a:path w="12192000" h="584835">
                  <a:moveTo>
                    <a:pt x="0" y="584771"/>
                  </a:moveTo>
                  <a:lnTo>
                    <a:pt x="12192000" y="584771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584771"/>
                  </a:lnTo>
                  <a:close/>
                </a:path>
              </a:pathLst>
            </a:custGeom>
            <a:ln w="9525">
              <a:solidFill>
                <a:srgbClr val="843B0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006078" y="98425"/>
              <a:ext cx="1189355" cy="383540"/>
            </a:xfrm>
            <a:custGeom>
              <a:avLst/>
              <a:gdLst/>
              <a:ahLst/>
              <a:cxnLst/>
              <a:rect l="l" t="t" r="r" b="b"/>
              <a:pathLst>
                <a:path w="1189354" h="383540">
                  <a:moveTo>
                    <a:pt x="137160" y="239268"/>
                  </a:moveTo>
                  <a:lnTo>
                    <a:pt x="87249" y="239268"/>
                  </a:lnTo>
                  <a:lnTo>
                    <a:pt x="87249" y="369950"/>
                  </a:lnTo>
                  <a:lnTo>
                    <a:pt x="342011" y="369950"/>
                  </a:lnTo>
                  <a:lnTo>
                    <a:pt x="342011" y="328040"/>
                  </a:lnTo>
                  <a:lnTo>
                    <a:pt x="137160" y="328040"/>
                  </a:lnTo>
                  <a:lnTo>
                    <a:pt x="137160" y="239268"/>
                  </a:lnTo>
                  <a:close/>
                </a:path>
                <a:path w="1189354" h="383540">
                  <a:moveTo>
                    <a:pt x="334645" y="0"/>
                  </a:moveTo>
                  <a:lnTo>
                    <a:pt x="285750" y="0"/>
                  </a:lnTo>
                  <a:lnTo>
                    <a:pt x="285750" y="83820"/>
                  </a:lnTo>
                  <a:lnTo>
                    <a:pt x="205104" y="83820"/>
                  </a:lnTo>
                  <a:lnTo>
                    <a:pt x="205104" y="126110"/>
                  </a:lnTo>
                  <a:lnTo>
                    <a:pt x="285750" y="126110"/>
                  </a:lnTo>
                  <a:lnTo>
                    <a:pt x="285750" y="274192"/>
                  </a:lnTo>
                  <a:lnTo>
                    <a:pt x="334645" y="274192"/>
                  </a:lnTo>
                  <a:lnTo>
                    <a:pt x="334645" y="0"/>
                  </a:lnTo>
                  <a:close/>
                </a:path>
                <a:path w="1189354" h="383540">
                  <a:moveTo>
                    <a:pt x="145288" y="16255"/>
                  </a:moveTo>
                  <a:lnTo>
                    <a:pt x="95757" y="16255"/>
                  </a:lnTo>
                  <a:lnTo>
                    <a:pt x="95757" y="71881"/>
                  </a:lnTo>
                  <a:lnTo>
                    <a:pt x="94087" y="90261"/>
                  </a:lnTo>
                  <a:lnTo>
                    <a:pt x="80648" y="126924"/>
                  </a:lnTo>
                  <a:lnTo>
                    <a:pt x="54453" y="162256"/>
                  </a:lnTo>
                  <a:lnTo>
                    <a:pt x="20024" y="189827"/>
                  </a:lnTo>
                  <a:lnTo>
                    <a:pt x="0" y="200278"/>
                  </a:lnTo>
                  <a:lnTo>
                    <a:pt x="36322" y="234823"/>
                  </a:lnTo>
                  <a:lnTo>
                    <a:pt x="70040" y="209105"/>
                  </a:lnTo>
                  <a:lnTo>
                    <a:pt x="106489" y="168814"/>
                  </a:lnTo>
                  <a:lnTo>
                    <a:pt x="121793" y="144906"/>
                  </a:lnTo>
                  <a:lnTo>
                    <a:pt x="177581" y="144906"/>
                  </a:lnTo>
                  <a:lnTo>
                    <a:pt x="152336" y="106632"/>
                  </a:lnTo>
                  <a:lnTo>
                    <a:pt x="145288" y="70357"/>
                  </a:lnTo>
                  <a:lnTo>
                    <a:pt x="145288" y="16255"/>
                  </a:lnTo>
                  <a:close/>
                </a:path>
                <a:path w="1189354" h="383540">
                  <a:moveTo>
                    <a:pt x="177581" y="144906"/>
                  </a:moveTo>
                  <a:lnTo>
                    <a:pt x="121793" y="144906"/>
                  </a:lnTo>
                  <a:lnTo>
                    <a:pt x="139626" y="169457"/>
                  </a:lnTo>
                  <a:lnTo>
                    <a:pt x="160162" y="190722"/>
                  </a:lnTo>
                  <a:lnTo>
                    <a:pt x="183389" y="208700"/>
                  </a:lnTo>
                  <a:lnTo>
                    <a:pt x="209296" y="223393"/>
                  </a:lnTo>
                  <a:lnTo>
                    <a:pt x="241046" y="184784"/>
                  </a:lnTo>
                  <a:lnTo>
                    <a:pt x="222041" y="177881"/>
                  </a:lnTo>
                  <a:lnTo>
                    <a:pt x="204454" y="168227"/>
                  </a:lnTo>
                  <a:lnTo>
                    <a:pt x="188271" y="155834"/>
                  </a:lnTo>
                  <a:lnTo>
                    <a:pt x="177581" y="144906"/>
                  </a:lnTo>
                  <a:close/>
                </a:path>
                <a:path w="1189354" h="383540">
                  <a:moveTo>
                    <a:pt x="745871" y="237235"/>
                  </a:moveTo>
                  <a:lnTo>
                    <a:pt x="491617" y="237235"/>
                  </a:lnTo>
                  <a:lnTo>
                    <a:pt x="491617" y="279526"/>
                  </a:lnTo>
                  <a:lnTo>
                    <a:pt x="696214" y="279526"/>
                  </a:lnTo>
                  <a:lnTo>
                    <a:pt x="696214" y="383286"/>
                  </a:lnTo>
                  <a:lnTo>
                    <a:pt x="745871" y="383286"/>
                  </a:lnTo>
                  <a:lnTo>
                    <a:pt x="745871" y="237235"/>
                  </a:lnTo>
                  <a:close/>
                </a:path>
                <a:path w="1189354" h="383540">
                  <a:moveTo>
                    <a:pt x="961263" y="74168"/>
                  </a:moveTo>
                  <a:lnTo>
                    <a:pt x="911605" y="74168"/>
                  </a:lnTo>
                  <a:lnTo>
                    <a:pt x="911605" y="116077"/>
                  </a:lnTo>
                  <a:lnTo>
                    <a:pt x="909726" y="137554"/>
                  </a:lnTo>
                  <a:lnTo>
                    <a:pt x="894728" y="180746"/>
                  </a:lnTo>
                  <a:lnTo>
                    <a:pt x="866132" y="222634"/>
                  </a:lnTo>
                  <a:lnTo>
                    <a:pt x="832413" y="253408"/>
                  </a:lnTo>
                  <a:lnTo>
                    <a:pt x="814197" y="264033"/>
                  </a:lnTo>
                  <a:lnTo>
                    <a:pt x="851026" y="295910"/>
                  </a:lnTo>
                  <a:lnTo>
                    <a:pt x="884406" y="267477"/>
                  </a:lnTo>
                  <a:lnTo>
                    <a:pt x="919130" y="225282"/>
                  </a:lnTo>
                  <a:lnTo>
                    <a:pt x="936878" y="196850"/>
                  </a:lnTo>
                  <a:lnTo>
                    <a:pt x="991211" y="196850"/>
                  </a:lnTo>
                  <a:lnTo>
                    <a:pt x="968486" y="155273"/>
                  </a:lnTo>
                  <a:lnTo>
                    <a:pt x="961376" y="116077"/>
                  </a:lnTo>
                  <a:lnTo>
                    <a:pt x="961263" y="74168"/>
                  </a:lnTo>
                  <a:close/>
                </a:path>
                <a:path w="1189354" h="383540">
                  <a:moveTo>
                    <a:pt x="991211" y="196850"/>
                  </a:moveTo>
                  <a:lnTo>
                    <a:pt x="936878" y="196850"/>
                  </a:lnTo>
                  <a:lnTo>
                    <a:pt x="951995" y="220785"/>
                  </a:lnTo>
                  <a:lnTo>
                    <a:pt x="971423" y="244030"/>
                  </a:lnTo>
                  <a:lnTo>
                    <a:pt x="995136" y="266608"/>
                  </a:lnTo>
                  <a:lnTo>
                    <a:pt x="1023112" y="288544"/>
                  </a:lnTo>
                  <a:lnTo>
                    <a:pt x="1056004" y="251968"/>
                  </a:lnTo>
                  <a:lnTo>
                    <a:pt x="1037955" y="242298"/>
                  </a:lnTo>
                  <a:lnTo>
                    <a:pt x="1020953" y="229663"/>
                  </a:lnTo>
                  <a:lnTo>
                    <a:pt x="1004998" y="214052"/>
                  </a:lnTo>
                  <a:lnTo>
                    <a:pt x="991211" y="196850"/>
                  </a:lnTo>
                  <a:close/>
                </a:path>
                <a:path w="1189354" h="383540">
                  <a:moveTo>
                    <a:pt x="1042543" y="32257"/>
                  </a:moveTo>
                  <a:lnTo>
                    <a:pt x="828548" y="32257"/>
                  </a:lnTo>
                  <a:lnTo>
                    <a:pt x="828548" y="74168"/>
                  </a:lnTo>
                  <a:lnTo>
                    <a:pt x="1042543" y="74168"/>
                  </a:lnTo>
                  <a:lnTo>
                    <a:pt x="1042543" y="32257"/>
                  </a:lnTo>
                  <a:close/>
                </a:path>
                <a:path w="1189354" h="383540">
                  <a:moveTo>
                    <a:pt x="581532" y="17906"/>
                  </a:moveTo>
                  <a:lnTo>
                    <a:pt x="427354" y="17906"/>
                  </a:lnTo>
                  <a:lnTo>
                    <a:pt x="427354" y="204216"/>
                  </a:lnTo>
                  <a:lnTo>
                    <a:pt x="484006" y="203999"/>
                  </a:lnTo>
                  <a:lnTo>
                    <a:pt x="530336" y="203342"/>
                  </a:lnTo>
                  <a:lnTo>
                    <a:pt x="566354" y="202233"/>
                  </a:lnTo>
                  <a:lnTo>
                    <a:pt x="592074" y="200659"/>
                  </a:lnTo>
                  <a:lnTo>
                    <a:pt x="590347" y="162686"/>
                  </a:lnTo>
                  <a:lnTo>
                    <a:pt x="476503" y="162686"/>
                  </a:lnTo>
                  <a:lnTo>
                    <a:pt x="476503" y="130936"/>
                  </a:lnTo>
                  <a:lnTo>
                    <a:pt x="567690" y="130936"/>
                  </a:lnTo>
                  <a:lnTo>
                    <a:pt x="567690" y="90804"/>
                  </a:lnTo>
                  <a:lnTo>
                    <a:pt x="476503" y="90804"/>
                  </a:lnTo>
                  <a:lnTo>
                    <a:pt x="476503" y="59817"/>
                  </a:lnTo>
                  <a:lnTo>
                    <a:pt x="581532" y="59817"/>
                  </a:lnTo>
                  <a:lnTo>
                    <a:pt x="581532" y="17906"/>
                  </a:lnTo>
                  <a:close/>
                </a:path>
                <a:path w="1189354" h="383540">
                  <a:moveTo>
                    <a:pt x="590169" y="158750"/>
                  </a:moveTo>
                  <a:lnTo>
                    <a:pt x="567336" y="160490"/>
                  </a:lnTo>
                  <a:lnTo>
                    <a:pt x="540766" y="161718"/>
                  </a:lnTo>
                  <a:lnTo>
                    <a:pt x="510480" y="162446"/>
                  </a:lnTo>
                  <a:lnTo>
                    <a:pt x="476503" y="162686"/>
                  </a:lnTo>
                  <a:lnTo>
                    <a:pt x="590347" y="162686"/>
                  </a:lnTo>
                  <a:lnTo>
                    <a:pt x="590169" y="158750"/>
                  </a:lnTo>
                  <a:close/>
                </a:path>
                <a:path w="1189354" h="383540">
                  <a:moveTo>
                    <a:pt x="1129156" y="0"/>
                  </a:moveTo>
                  <a:lnTo>
                    <a:pt x="1079627" y="0"/>
                  </a:lnTo>
                  <a:lnTo>
                    <a:pt x="1079627" y="383286"/>
                  </a:lnTo>
                  <a:lnTo>
                    <a:pt x="1129156" y="383286"/>
                  </a:lnTo>
                  <a:lnTo>
                    <a:pt x="1129156" y="189102"/>
                  </a:lnTo>
                  <a:lnTo>
                    <a:pt x="1189101" y="189102"/>
                  </a:lnTo>
                  <a:lnTo>
                    <a:pt x="1189101" y="147193"/>
                  </a:lnTo>
                  <a:lnTo>
                    <a:pt x="1129156" y="147193"/>
                  </a:lnTo>
                  <a:lnTo>
                    <a:pt x="1129156" y="0"/>
                  </a:lnTo>
                  <a:close/>
                </a:path>
                <a:path w="1189354" h="383540">
                  <a:moveTo>
                    <a:pt x="666623" y="7747"/>
                  </a:moveTo>
                  <a:lnTo>
                    <a:pt x="617727" y="7747"/>
                  </a:lnTo>
                  <a:lnTo>
                    <a:pt x="617727" y="220979"/>
                  </a:lnTo>
                  <a:lnTo>
                    <a:pt x="666623" y="220979"/>
                  </a:lnTo>
                  <a:lnTo>
                    <a:pt x="666623" y="139446"/>
                  </a:lnTo>
                  <a:lnTo>
                    <a:pt x="745871" y="139446"/>
                  </a:lnTo>
                  <a:lnTo>
                    <a:pt x="745871" y="97790"/>
                  </a:lnTo>
                  <a:lnTo>
                    <a:pt x="666623" y="97790"/>
                  </a:lnTo>
                  <a:lnTo>
                    <a:pt x="666623" y="7747"/>
                  </a:lnTo>
                  <a:close/>
                </a:path>
                <a:path w="1189354" h="383540">
                  <a:moveTo>
                    <a:pt x="745871" y="139446"/>
                  </a:moveTo>
                  <a:lnTo>
                    <a:pt x="696595" y="139446"/>
                  </a:lnTo>
                  <a:lnTo>
                    <a:pt x="696595" y="220979"/>
                  </a:lnTo>
                  <a:lnTo>
                    <a:pt x="745871" y="220979"/>
                  </a:lnTo>
                  <a:lnTo>
                    <a:pt x="745871" y="139446"/>
                  </a:lnTo>
                  <a:close/>
                </a:path>
                <a:path w="1189354" h="383540">
                  <a:moveTo>
                    <a:pt x="745871" y="0"/>
                  </a:moveTo>
                  <a:lnTo>
                    <a:pt x="696595" y="0"/>
                  </a:lnTo>
                  <a:lnTo>
                    <a:pt x="696595" y="97790"/>
                  </a:lnTo>
                  <a:lnTo>
                    <a:pt x="745871" y="97790"/>
                  </a:lnTo>
                  <a:lnTo>
                    <a:pt x="74587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093327" y="116332"/>
              <a:ext cx="969010" cy="365760"/>
            </a:xfrm>
            <a:custGeom>
              <a:avLst/>
              <a:gdLst/>
              <a:ahLst/>
              <a:cxnLst/>
              <a:rect l="l" t="t" r="r" b="b"/>
              <a:pathLst>
                <a:path w="969009" h="365759">
                  <a:moveTo>
                    <a:pt x="0" y="221361"/>
                  </a:moveTo>
                  <a:lnTo>
                    <a:pt x="49911" y="221361"/>
                  </a:lnTo>
                  <a:lnTo>
                    <a:pt x="49911" y="310134"/>
                  </a:lnTo>
                  <a:lnTo>
                    <a:pt x="254762" y="310134"/>
                  </a:lnTo>
                  <a:lnTo>
                    <a:pt x="254762" y="352044"/>
                  </a:lnTo>
                  <a:lnTo>
                    <a:pt x="0" y="352044"/>
                  </a:lnTo>
                  <a:lnTo>
                    <a:pt x="0" y="221361"/>
                  </a:lnTo>
                  <a:close/>
                </a:path>
                <a:path w="969009" h="365759">
                  <a:moveTo>
                    <a:pt x="404368" y="219328"/>
                  </a:moveTo>
                  <a:lnTo>
                    <a:pt x="658622" y="219328"/>
                  </a:lnTo>
                  <a:lnTo>
                    <a:pt x="658622" y="365379"/>
                  </a:lnTo>
                  <a:lnTo>
                    <a:pt x="608965" y="365379"/>
                  </a:lnTo>
                  <a:lnTo>
                    <a:pt x="608965" y="261620"/>
                  </a:lnTo>
                  <a:lnTo>
                    <a:pt x="404368" y="261620"/>
                  </a:lnTo>
                  <a:lnTo>
                    <a:pt x="404368" y="219328"/>
                  </a:lnTo>
                  <a:close/>
                </a:path>
                <a:path w="969009" h="365759">
                  <a:moveTo>
                    <a:pt x="741299" y="14350"/>
                  </a:moveTo>
                  <a:lnTo>
                    <a:pt x="955294" y="14350"/>
                  </a:lnTo>
                  <a:lnTo>
                    <a:pt x="955294" y="56261"/>
                  </a:lnTo>
                  <a:lnTo>
                    <a:pt x="874014" y="56261"/>
                  </a:lnTo>
                  <a:lnTo>
                    <a:pt x="874014" y="96900"/>
                  </a:lnTo>
                  <a:lnTo>
                    <a:pt x="881237" y="137366"/>
                  </a:lnTo>
                  <a:lnTo>
                    <a:pt x="902843" y="177546"/>
                  </a:lnTo>
                  <a:lnTo>
                    <a:pt x="933704" y="211756"/>
                  </a:lnTo>
                  <a:lnTo>
                    <a:pt x="968755" y="234061"/>
                  </a:lnTo>
                  <a:lnTo>
                    <a:pt x="935863" y="270637"/>
                  </a:lnTo>
                  <a:lnTo>
                    <a:pt x="907887" y="248701"/>
                  </a:lnTo>
                  <a:lnTo>
                    <a:pt x="884174" y="226123"/>
                  </a:lnTo>
                  <a:lnTo>
                    <a:pt x="864746" y="202878"/>
                  </a:lnTo>
                  <a:lnTo>
                    <a:pt x="849629" y="178943"/>
                  </a:lnTo>
                  <a:lnTo>
                    <a:pt x="841339" y="193141"/>
                  </a:lnTo>
                  <a:lnTo>
                    <a:pt x="809371" y="236093"/>
                  </a:lnTo>
                  <a:lnTo>
                    <a:pt x="774348" y="270525"/>
                  </a:lnTo>
                  <a:lnTo>
                    <a:pt x="763777" y="278003"/>
                  </a:lnTo>
                  <a:lnTo>
                    <a:pt x="726948" y="246126"/>
                  </a:lnTo>
                  <a:lnTo>
                    <a:pt x="745164" y="235501"/>
                  </a:lnTo>
                  <a:lnTo>
                    <a:pt x="762476" y="221710"/>
                  </a:lnTo>
                  <a:lnTo>
                    <a:pt x="794384" y="184531"/>
                  </a:lnTo>
                  <a:lnTo>
                    <a:pt x="816848" y="141208"/>
                  </a:lnTo>
                  <a:lnTo>
                    <a:pt x="824356" y="98171"/>
                  </a:lnTo>
                  <a:lnTo>
                    <a:pt x="824356" y="56261"/>
                  </a:lnTo>
                  <a:lnTo>
                    <a:pt x="741299" y="56261"/>
                  </a:lnTo>
                  <a:lnTo>
                    <a:pt x="741299" y="14350"/>
                  </a:lnTo>
                  <a:close/>
                </a:path>
                <a:path w="969009" h="365759">
                  <a:moveTo>
                    <a:pt x="340105" y="0"/>
                  </a:moveTo>
                  <a:lnTo>
                    <a:pt x="494283" y="0"/>
                  </a:lnTo>
                  <a:lnTo>
                    <a:pt x="494283" y="41910"/>
                  </a:lnTo>
                  <a:lnTo>
                    <a:pt x="389254" y="41910"/>
                  </a:lnTo>
                  <a:lnTo>
                    <a:pt x="389254" y="72898"/>
                  </a:lnTo>
                  <a:lnTo>
                    <a:pt x="480441" y="72898"/>
                  </a:lnTo>
                  <a:lnTo>
                    <a:pt x="480441" y="113029"/>
                  </a:lnTo>
                  <a:lnTo>
                    <a:pt x="389254" y="113029"/>
                  </a:lnTo>
                  <a:lnTo>
                    <a:pt x="389254" y="144779"/>
                  </a:lnTo>
                  <a:lnTo>
                    <a:pt x="423231" y="144539"/>
                  </a:lnTo>
                  <a:lnTo>
                    <a:pt x="453517" y="143811"/>
                  </a:lnTo>
                  <a:lnTo>
                    <a:pt x="480087" y="142583"/>
                  </a:lnTo>
                  <a:lnTo>
                    <a:pt x="502920" y="140843"/>
                  </a:lnTo>
                  <a:lnTo>
                    <a:pt x="504825" y="182752"/>
                  </a:lnTo>
                  <a:lnTo>
                    <a:pt x="479105" y="184326"/>
                  </a:lnTo>
                  <a:lnTo>
                    <a:pt x="443087" y="185435"/>
                  </a:lnTo>
                  <a:lnTo>
                    <a:pt x="396757" y="186092"/>
                  </a:lnTo>
                  <a:lnTo>
                    <a:pt x="340105" y="186309"/>
                  </a:lnTo>
                  <a:lnTo>
                    <a:pt x="340105" y="0"/>
                  </a:lnTo>
                  <a:close/>
                </a:path>
              </a:pathLst>
            </a:custGeom>
            <a:ln w="9144">
              <a:solidFill>
                <a:srgbClr val="843B0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001506" y="110109"/>
              <a:ext cx="250190" cy="227711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9211182" y="98425"/>
              <a:ext cx="984250" cy="383540"/>
            </a:xfrm>
            <a:custGeom>
              <a:avLst/>
              <a:gdLst/>
              <a:ahLst/>
              <a:cxnLst/>
              <a:rect l="l" t="t" r="r" b="b"/>
              <a:pathLst>
                <a:path w="984250" h="383540">
                  <a:moveTo>
                    <a:pt x="874522" y="0"/>
                  </a:moveTo>
                  <a:lnTo>
                    <a:pt x="924051" y="0"/>
                  </a:lnTo>
                  <a:lnTo>
                    <a:pt x="924051" y="147193"/>
                  </a:lnTo>
                  <a:lnTo>
                    <a:pt x="983996" y="147193"/>
                  </a:lnTo>
                  <a:lnTo>
                    <a:pt x="983996" y="189102"/>
                  </a:lnTo>
                  <a:lnTo>
                    <a:pt x="924051" y="189102"/>
                  </a:lnTo>
                  <a:lnTo>
                    <a:pt x="924051" y="383286"/>
                  </a:lnTo>
                  <a:lnTo>
                    <a:pt x="874522" y="383286"/>
                  </a:lnTo>
                  <a:lnTo>
                    <a:pt x="874522" y="0"/>
                  </a:lnTo>
                  <a:close/>
                </a:path>
                <a:path w="984250" h="383540">
                  <a:moveTo>
                    <a:pt x="491490" y="0"/>
                  </a:moveTo>
                  <a:lnTo>
                    <a:pt x="540766" y="0"/>
                  </a:lnTo>
                  <a:lnTo>
                    <a:pt x="540766" y="220979"/>
                  </a:lnTo>
                  <a:lnTo>
                    <a:pt x="491490" y="220979"/>
                  </a:lnTo>
                  <a:lnTo>
                    <a:pt x="491490" y="139446"/>
                  </a:lnTo>
                  <a:lnTo>
                    <a:pt x="461518" y="139446"/>
                  </a:lnTo>
                  <a:lnTo>
                    <a:pt x="461518" y="220979"/>
                  </a:lnTo>
                  <a:lnTo>
                    <a:pt x="412623" y="220979"/>
                  </a:lnTo>
                  <a:lnTo>
                    <a:pt x="412623" y="7747"/>
                  </a:lnTo>
                  <a:lnTo>
                    <a:pt x="461518" y="7747"/>
                  </a:lnTo>
                  <a:lnTo>
                    <a:pt x="461518" y="97790"/>
                  </a:lnTo>
                  <a:lnTo>
                    <a:pt x="491490" y="97790"/>
                  </a:lnTo>
                  <a:lnTo>
                    <a:pt x="491490" y="0"/>
                  </a:lnTo>
                  <a:close/>
                </a:path>
                <a:path w="984250" h="383540">
                  <a:moveTo>
                    <a:pt x="80645" y="0"/>
                  </a:moveTo>
                  <a:lnTo>
                    <a:pt x="129540" y="0"/>
                  </a:lnTo>
                  <a:lnTo>
                    <a:pt x="129540" y="274192"/>
                  </a:lnTo>
                  <a:lnTo>
                    <a:pt x="80645" y="274192"/>
                  </a:lnTo>
                  <a:lnTo>
                    <a:pt x="80645" y="126110"/>
                  </a:lnTo>
                  <a:lnTo>
                    <a:pt x="0" y="126110"/>
                  </a:lnTo>
                  <a:lnTo>
                    <a:pt x="0" y="83820"/>
                  </a:lnTo>
                  <a:lnTo>
                    <a:pt x="80645" y="83820"/>
                  </a:lnTo>
                  <a:lnTo>
                    <a:pt x="80645" y="0"/>
                  </a:lnTo>
                  <a:close/>
                </a:path>
              </a:pathLst>
            </a:custGeom>
            <a:ln w="9144">
              <a:solidFill>
                <a:srgbClr val="843B0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741664" y="0"/>
              <a:ext cx="1711452" cy="780288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234168" y="132460"/>
              <a:ext cx="1751456" cy="38442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962388" y="0"/>
              <a:ext cx="2229611" cy="780288"/>
            </a:xfrm>
            <a:prstGeom prst="rect">
              <a:avLst/>
            </a:prstGeom>
          </p:spPr>
        </p:pic>
      </p:grp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86664" y="671830"/>
            <a:ext cx="163957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/>
              <a:t>▶인접</a:t>
            </a:r>
            <a:r>
              <a:rPr sz="2000" spc="-90" dirty="0"/>
              <a:t> </a:t>
            </a:r>
            <a:r>
              <a:rPr sz="2000" dirty="0"/>
              <a:t>선택자</a:t>
            </a:r>
            <a:endParaRPr sz="2000"/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36830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/>
              <a:t>5</a:t>
            </a:fld>
            <a:endParaRPr dirty="0"/>
          </a:p>
        </p:txBody>
      </p:sp>
      <p:sp>
        <p:nvSpPr>
          <p:cNvPr id="14" name="object 14"/>
          <p:cNvSpPr txBox="1"/>
          <p:nvPr/>
        </p:nvSpPr>
        <p:spPr>
          <a:xfrm>
            <a:off x="86664" y="1222374"/>
            <a:ext cx="10036175" cy="380555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동생 선택자</a:t>
            </a:r>
            <a:r>
              <a:rPr sz="1600" b="1" spc="-1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(선택자 제외)</a:t>
            </a:r>
            <a:r>
              <a:rPr sz="1600" b="1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:</a:t>
            </a:r>
            <a:endParaRPr sz="1600">
              <a:latin typeface="맑은 고딕"/>
              <a:cs typeface="맑은 고딕"/>
            </a:endParaRPr>
          </a:p>
          <a:p>
            <a:pPr marL="299085" indent="-287020">
              <a:lnSpc>
                <a:spcPct val="100000"/>
              </a:lnSpc>
              <a:buFont typeface=""/>
              <a:buChar char="-"/>
              <a:tabLst>
                <a:tab pos="299085" algn="l"/>
                <a:tab pos="299720" algn="l"/>
              </a:tabLst>
            </a:pP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$(“선택자”).next()</a:t>
            </a:r>
            <a:r>
              <a:rPr sz="1600" b="1" spc="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or</a:t>
            </a:r>
            <a:r>
              <a:rPr sz="1600" b="1" spc="-1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$(“선택자</a:t>
            </a:r>
            <a:r>
              <a:rPr sz="1600" b="1" spc="1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+</a:t>
            </a:r>
            <a:r>
              <a:rPr sz="1600" b="1" spc="-1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다음</a:t>
            </a:r>
            <a:r>
              <a:rPr sz="1600" b="1" spc="1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선택자”):</a:t>
            </a:r>
            <a:r>
              <a:rPr sz="1600" b="1" spc="1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선택한</a:t>
            </a:r>
            <a:r>
              <a:rPr sz="1600" b="1" spc="1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요소의</a:t>
            </a:r>
            <a:r>
              <a:rPr sz="1600" b="1" spc="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바로</a:t>
            </a:r>
            <a:r>
              <a:rPr sz="1600" b="1" spc="1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다음</a:t>
            </a:r>
            <a:r>
              <a:rPr sz="1600" b="1" spc="1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요소를</a:t>
            </a:r>
            <a:r>
              <a:rPr sz="1600" b="1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선택함.</a:t>
            </a:r>
            <a:endParaRPr sz="1600">
              <a:latin typeface="맑은 고딕"/>
              <a:cs typeface="맑은 고딕"/>
            </a:endParaRPr>
          </a:p>
          <a:p>
            <a:pPr marL="299085" indent="-287020">
              <a:lnSpc>
                <a:spcPct val="100000"/>
              </a:lnSpc>
              <a:buFont typeface=""/>
              <a:buChar char="-"/>
              <a:tabLst>
                <a:tab pos="299085" algn="l"/>
                <a:tab pos="299720" algn="l"/>
              </a:tabLst>
            </a:pP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$(“선택자”).nextAll()</a:t>
            </a:r>
            <a:r>
              <a:rPr sz="1600" b="1" spc="1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:</a:t>
            </a:r>
            <a:r>
              <a:rPr sz="1600" b="1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바로</a:t>
            </a:r>
            <a:r>
              <a:rPr sz="1600" b="1" spc="1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다음 요소들</a:t>
            </a:r>
            <a:r>
              <a:rPr sz="1600" b="1" spc="1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모두</a:t>
            </a:r>
            <a:r>
              <a:rPr sz="1600" b="1" spc="1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선택.</a:t>
            </a:r>
            <a:r>
              <a:rPr sz="1600" b="1" spc="1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바로 다음</a:t>
            </a:r>
            <a:r>
              <a:rPr sz="1600" b="1" spc="1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요소들</a:t>
            </a:r>
            <a:r>
              <a:rPr sz="1600" b="1" spc="1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모두 선택.</a:t>
            </a:r>
            <a:endParaRPr sz="1600">
              <a:latin typeface="맑은 고딕"/>
              <a:cs typeface="맑은 고딕"/>
            </a:endParaRPr>
          </a:p>
          <a:p>
            <a:pPr marL="299085" indent="-287020">
              <a:lnSpc>
                <a:spcPct val="100000"/>
              </a:lnSpc>
              <a:buFont typeface=""/>
              <a:buChar char="-"/>
              <a:tabLst>
                <a:tab pos="299085" algn="l"/>
                <a:tab pos="299720" algn="l"/>
              </a:tabLst>
            </a:pP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$(“선택자”).nextUtil(“요소명”)</a:t>
            </a:r>
            <a:r>
              <a:rPr sz="1600" b="1" spc="2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:</a:t>
            </a:r>
            <a:r>
              <a:rPr sz="1600" b="1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선택자</a:t>
            </a:r>
            <a:r>
              <a:rPr sz="1600" b="1" spc="1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요소부터</a:t>
            </a:r>
            <a:r>
              <a:rPr sz="1600" b="1" spc="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지정한</a:t>
            </a:r>
            <a:r>
              <a:rPr sz="1600" b="1" spc="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요소</a:t>
            </a:r>
            <a:r>
              <a:rPr sz="1600" b="1" spc="1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이전까지</a:t>
            </a:r>
            <a:r>
              <a:rPr sz="1600" b="1" spc="1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안에</a:t>
            </a:r>
            <a:r>
              <a:rPr sz="1600" b="1" spc="1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있는 요소</a:t>
            </a:r>
            <a:r>
              <a:rPr sz="1600" b="1" spc="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모두</a:t>
            </a:r>
            <a:r>
              <a:rPr sz="1600" b="1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선택.</a:t>
            </a:r>
            <a:endParaRPr sz="1600">
              <a:latin typeface="맑은 고딕"/>
              <a:cs typeface="맑은 고딕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lr>
                <a:srgbClr val="3A3838"/>
              </a:buClr>
              <a:buFont typeface=""/>
              <a:buChar char="-"/>
            </a:pPr>
            <a:endParaRPr sz="105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</a:pP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형제</a:t>
            </a:r>
            <a:r>
              <a:rPr sz="1600" b="1" spc="-1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선택자</a:t>
            </a:r>
            <a:r>
              <a:rPr sz="1600" b="1" spc="-2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(선택자 제외) :</a:t>
            </a:r>
            <a:endParaRPr sz="1600">
              <a:latin typeface="맑은 고딕"/>
              <a:cs typeface="맑은 고딕"/>
            </a:endParaRPr>
          </a:p>
          <a:p>
            <a:pPr marL="299085" indent="-287020">
              <a:lnSpc>
                <a:spcPct val="100000"/>
              </a:lnSpc>
              <a:buFont typeface=""/>
              <a:buChar char="-"/>
              <a:tabLst>
                <a:tab pos="299085" algn="l"/>
                <a:tab pos="299720" algn="l"/>
              </a:tabLst>
            </a:pP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$(“선택자”).siblings()</a:t>
            </a:r>
            <a:r>
              <a:rPr sz="1600" b="1" spc="3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:</a:t>
            </a:r>
            <a:r>
              <a:rPr sz="1600" b="1" spc="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선택한 요소의</a:t>
            </a:r>
            <a:r>
              <a:rPr sz="1600" b="1" spc="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형제</a:t>
            </a:r>
            <a:r>
              <a:rPr sz="1600" b="1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요소 전체를</a:t>
            </a:r>
            <a:r>
              <a:rPr sz="1600" b="1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선택함.</a:t>
            </a:r>
            <a:endParaRPr sz="1600">
              <a:latin typeface="맑은 고딕"/>
              <a:cs typeface="맑은 고딕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lr>
                <a:srgbClr val="3A3838"/>
              </a:buClr>
              <a:buFont typeface=""/>
              <a:buChar char="-"/>
            </a:pPr>
            <a:endParaRPr sz="105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solidFill>
                  <a:srgbClr val="3A3838"/>
                </a:solidFill>
                <a:latin typeface="맑은 고딕"/>
                <a:cs typeface="맑은 고딕"/>
              </a:rPr>
              <a:t>▶탐색</a:t>
            </a:r>
            <a:r>
              <a:rPr sz="2000" b="1" spc="-6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2000" b="1" dirty="0">
                <a:solidFill>
                  <a:srgbClr val="3A3838"/>
                </a:solidFill>
                <a:latin typeface="맑은 고딕"/>
                <a:cs typeface="맑은 고딕"/>
              </a:rPr>
              <a:t>선택자</a:t>
            </a:r>
            <a:endParaRPr sz="2000">
              <a:latin typeface="맑은 고딕"/>
              <a:cs typeface="맑은 고딕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300">
              <a:latin typeface="맑은 고딕"/>
              <a:cs typeface="맑은 고딕"/>
            </a:endParaRPr>
          </a:p>
          <a:p>
            <a:pPr marL="299085" indent="-287020">
              <a:lnSpc>
                <a:spcPct val="100000"/>
              </a:lnSpc>
              <a:buFont typeface=""/>
              <a:buChar char="-"/>
              <a:tabLst>
                <a:tab pos="299085" algn="l"/>
                <a:tab pos="299720" algn="l"/>
                <a:tab pos="2218055" algn="l"/>
              </a:tabLst>
            </a:pP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$(“요소명:first”)</a:t>
            </a:r>
            <a:r>
              <a:rPr sz="1600" b="1" spc="2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or	$(“요소명”).first()</a:t>
            </a:r>
            <a:r>
              <a:rPr sz="1600" b="1" spc="1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:</a:t>
            </a:r>
            <a:r>
              <a:rPr sz="1600" b="1" spc="1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해당</a:t>
            </a:r>
            <a:r>
              <a:rPr sz="1600" b="1" spc="1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요소명을</a:t>
            </a:r>
            <a:r>
              <a:rPr sz="1600" b="1" spc="1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가진</a:t>
            </a:r>
            <a:r>
              <a:rPr sz="1600" b="1" spc="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전체</a:t>
            </a:r>
            <a:r>
              <a:rPr sz="1600" b="1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요소들</a:t>
            </a:r>
            <a:r>
              <a:rPr sz="1600" b="1" spc="1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중</a:t>
            </a:r>
            <a:r>
              <a:rPr sz="1600" b="1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가장</a:t>
            </a:r>
            <a:r>
              <a:rPr sz="1600" b="1" spc="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첫</a:t>
            </a:r>
            <a:r>
              <a:rPr sz="1600" b="1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번째</a:t>
            </a:r>
            <a:r>
              <a:rPr sz="1600" b="1" spc="1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요소만</a:t>
            </a:r>
            <a:r>
              <a:rPr sz="1600" b="1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선택.</a:t>
            </a:r>
            <a:endParaRPr sz="1600">
              <a:latin typeface="맑은 고딕"/>
              <a:cs typeface="맑은 고딕"/>
            </a:endParaRPr>
          </a:p>
          <a:p>
            <a:pPr marL="299085" indent="-287020">
              <a:lnSpc>
                <a:spcPct val="100000"/>
              </a:lnSpc>
              <a:spcBef>
                <a:spcPts val="5"/>
              </a:spcBef>
              <a:buFont typeface=""/>
              <a:buChar char="-"/>
              <a:tabLst>
                <a:tab pos="299085" algn="l"/>
                <a:tab pos="299720" algn="l"/>
                <a:tab pos="2172335" algn="l"/>
              </a:tabLst>
            </a:pP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$(“요소명:last”)</a:t>
            </a:r>
            <a:r>
              <a:rPr sz="1600" b="1" spc="2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or	$(“요소명”).last()</a:t>
            </a:r>
            <a:r>
              <a:rPr sz="1600" b="1" spc="2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:</a:t>
            </a:r>
            <a:r>
              <a:rPr sz="1600" b="1" spc="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해당</a:t>
            </a:r>
            <a:r>
              <a:rPr sz="1600" b="1" spc="1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요소명을</a:t>
            </a:r>
            <a:r>
              <a:rPr sz="1600" b="1" spc="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가진</a:t>
            </a:r>
            <a:r>
              <a:rPr sz="1600" b="1" spc="1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전체 요소들</a:t>
            </a:r>
            <a:r>
              <a:rPr sz="1600" b="1" spc="1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중 가장</a:t>
            </a:r>
            <a:r>
              <a:rPr sz="1600" b="1" spc="1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마지막</a:t>
            </a:r>
            <a:r>
              <a:rPr sz="1600" b="1" spc="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번째</a:t>
            </a:r>
            <a:r>
              <a:rPr sz="1600" b="1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요소만</a:t>
            </a:r>
            <a:r>
              <a:rPr sz="1600" b="1" spc="1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선택.</a:t>
            </a:r>
            <a:endParaRPr sz="1600">
              <a:latin typeface="맑은 고딕"/>
              <a:cs typeface="맑은 고딕"/>
            </a:endParaRPr>
          </a:p>
          <a:p>
            <a:pPr marL="299085" indent="-287020">
              <a:lnSpc>
                <a:spcPct val="100000"/>
              </a:lnSpc>
              <a:buFont typeface=""/>
              <a:buChar char="-"/>
              <a:tabLst>
                <a:tab pos="299085" algn="l"/>
                <a:tab pos="299720" algn="l"/>
              </a:tabLst>
            </a:pP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$(“요소명”).eq(인덱스번호)</a:t>
            </a:r>
            <a:r>
              <a:rPr sz="1600" b="1" spc="2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:</a:t>
            </a:r>
            <a:r>
              <a:rPr sz="1600" b="1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해당</a:t>
            </a:r>
            <a:r>
              <a:rPr sz="1600" b="1" spc="1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요소들</a:t>
            </a:r>
            <a:r>
              <a:rPr sz="1600" b="1" spc="1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중</a:t>
            </a:r>
            <a:r>
              <a:rPr sz="1600" b="1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인덱스번호(0부터</a:t>
            </a:r>
            <a:r>
              <a:rPr sz="1600" b="1" spc="2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시작)에</a:t>
            </a:r>
            <a:r>
              <a:rPr sz="1600" b="1" spc="1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해당되는</a:t>
            </a:r>
            <a:r>
              <a:rPr sz="1600" b="1" spc="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요소만</a:t>
            </a:r>
            <a:r>
              <a:rPr sz="1600" b="1" spc="1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선택</a:t>
            </a:r>
            <a:endParaRPr sz="1600">
              <a:latin typeface="맑은 고딕"/>
              <a:cs typeface="맑은 고딕"/>
            </a:endParaRPr>
          </a:p>
          <a:p>
            <a:pPr marL="299085" indent="-287020">
              <a:lnSpc>
                <a:spcPct val="100000"/>
              </a:lnSpc>
              <a:buFont typeface=""/>
              <a:buChar char="-"/>
              <a:tabLst>
                <a:tab pos="299085" algn="l"/>
                <a:tab pos="299720" algn="l"/>
              </a:tabLst>
            </a:pP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$(“요소명”).lt(인덱스번호)</a:t>
            </a:r>
            <a:r>
              <a:rPr sz="1600" b="1" spc="2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:</a:t>
            </a:r>
            <a:r>
              <a:rPr sz="1600" b="1" spc="1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해당 요소들</a:t>
            </a:r>
            <a:r>
              <a:rPr sz="1600" b="1" spc="1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중 인덱스번호보다</a:t>
            </a:r>
            <a:r>
              <a:rPr sz="1600" b="1" spc="2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작은</a:t>
            </a:r>
            <a:r>
              <a:rPr sz="1600" b="1" spc="1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요소들만</a:t>
            </a:r>
            <a:r>
              <a:rPr sz="1600" b="1" spc="1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선택</a:t>
            </a:r>
            <a:endParaRPr sz="1600">
              <a:latin typeface="맑은 고딕"/>
              <a:cs typeface="맑은 고딕"/>
            </a:endParaRPr>
          </a:p>
          <a:p>
            <a:pPr marL="299085" indent="-287020">
              <a:lnSpc>
                <a:spcPct val="100000"/>
              </a:lnSpc>
              <a:buFont typeface=""/>
              <a:buChar char="-"/>
              <a:tabLst>
                <a:tab pos="299085" algn="l"/>
                <a:tab pos="299720" algn="l"/>
              </a:tabLst>
            </a:pP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$(“요소명”).gt(인덱스번호)</a:t>
            </a:r>
            <a:r>
              <a:rPr sz="1600" b="1" spc="2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:</a:t>
            </a:r>
            <a:r>
              <a:rPr sz="1600" b="1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해당</a:t>
            </a:r>
            <a:r>
              <a:rPr sz="1600" b="1" spc="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요소들</a:t>
            </a:r>
            <a:r>
              <a:rPr sz="1600" b="1" spc="1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중</a:t>
            </a:r>
            <a:r>
              <a:rPr sz="1600" b="1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인덱스번호보다</a:t>
            </a:r>
            <a:r>
              <a:rPr sz="1600" b="1" spc="2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큰 요소들만</a:t>
            </a:r>
            <a:r>
              <a:rPr sz="1600" b="1" spc="2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선택</a:t>
            </a:r>
            <a:endParaRPr sz="1600">
              <a:latin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328" y="2340749"/>
            <a:ext cx="12176125" cy="708025"/>
          </a:xfrm>
          <a:custGeom>
            <a:avLst/>
            <a:gdLst/>
            <a:ahLst/>
            <a:cxnLst/>
            <a:rect l="l" t="t" r="r" b="b"/>
            <a:pathLst>
              <a:path w="12176125" h="708025">
                <a:moveTo>
                  <a:pt x="0" y="707885"/>
                </a:moveTo>
                <a:lnTo>
                  <a:pt x="12175671" y="707885"/>
                </a:lnTo>
                <a:lnTo>
                  <a:pt x="12175671" y="0"/>
                </a:lnTo>
                <a:lnTo>
                  <a:pt x="0" y="0"/>
                </a:lnTo>
                <a:lnTo>
                  <a:pt x="0" y="707885"/>
                </a:lnTo>
                <a:close/>
              </a:path>
            </a:pathLst>
          </a:custGeom>
          <a:solidFill>
            <a:srgbClr val="843B0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579745" y="2364993"/>
            <a:ext cx="58293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spc="-150" dirty="0">
                <a:solidFill>
                  <a:srgbClr val="FFFFFF"/>
                </a:solidFill>
                <a:latin typeface="맑은 고딕"/>
                <a:cs typeface="맑은 고딕"/>
              </a:rPr>
              <a:t>02</a:t>
            </a:r>
            <a:endParaRPr sz="4000">
              <a:latin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6664" y="671830"/>
            <a:ext cx="255841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/>
              <a:t>▶이벤트</a:t>
            </a:r>
            <a:r>
              <a:rPr sz="2000" spc="-50" dirty="0"/>
              <a:t> </a:t>
            </a:r>
            <a:r>
              <a:rPr sz="2000" dirty="0"/>
              <a:t>등록</a:t>
            </a:r>
            <a:r>
              <a:rPr sz="2000" spc="-40" dirty="0"/>
              <a:t> </a:t>
            </a:r>
            <a:r>
              <a:rPr sz="2000" dirty="0"/>
              <a:t>함수란:</a:t>
            </a:r>
            <a:endParaRPr sz="20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/>
              <a:t>7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86664" y="1222374"/>
            <a:ext cx="11740515" cy="49333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95"/>
              </a:spcBef>
              <a:buFont typeface=""/>
              <a:buChar char="-"/>
              <a:tabLst>
                <a:tab pos="299085" algn="l"/>
                <a:tab pos="299720" algn="l"/>
              </a:tabLst>
            </a:pP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이벤트란:</a:t>
            </a:r>
            <a:r>
              <a:rPr sz="1600" b="1" spc="2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사용자가</a:t>
            </a:r>
            <a:r>
              <a:rPr sz="1600" b="1" spc="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실행하는</a:t>
            </a:r>
            <a:r>
              <a:rPr sz="1600" b="1" spc="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모든</a:t>
            </a:r>
            <a:r>
              <a:rPr sz="1600" b="1" spc="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행위(클릭,</a:t>
            </a:r>
            <a:r>
              <a:rPr sz="1600" b="1" spc="1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마우스</a:t>
            </a:r>
            <a:r>
              <a:rPr sz="1600" b="1" spc="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오버,</a:t>
            </a:r>
            <a:r>
              <a:rPr sz="1600" b="1" spc="1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키보드</a:t>
            </a:r>
            <a:r>
              <a:rPr sz="1600" b="1" spc="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입력</a:t>
            </a:r>
            <a:r>
              <a:rPr sz="1600" b="1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등등)를</a:t>
            </a:r>
            <a:r>
              <a:rPr sz="1600" b="1" spc="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말함</a:t>
            </a:r>
            <a:endParaRPr sz="1600">
              <a:latin typeface="맑은 고딕"/>
              <a:cs typeface="맑은 고딕"/>
            </a:endParaRPr>
          </a:p>
          <a:p>
            <a:pPr marL="299085" indent="-287020">
              <a:lnSpc>
                <a:spcPct val="100000"/>
              </a:lnSpc>
              <a:buFont typeface=""/>
              <a:buChar char="-"/>
              <a:tabLst>
                <a:tab pos="299085" algn="l"/>
                <a:tab pos="299720" algn="l"/>
              </a:tabLst>
            </a:pP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이벤트</a:t>
            </a:r>
            <a:r>
              <a:rPr sz="1600" b="1" spc="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핸들러란</a:t>
            </a:r>
            <a:r>
              <a:rPr sz="1600" b="1" spc="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: 이벤트가</a:t>
            </a:r>
            <a:r>
              <a:rPr sz="1600" b="1" spc="1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발행할 때</a:t>
            </a:r>
            <a:r>
              <a:rPr sz="1600" b="1" spc="1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실행되는</a:t>
            </a:r>
            <a:r>
              <a:rPr sz="1600" b="1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소스 코드를</a:t>
            </a:r>
            <a:r>
              <a:rPr sz="1600" b="1" spc="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말함.</a:t>
            </a:r>
            <a:endParaRPr sz="1600">
              <a:latin typeface="맑은 고딕"/>
              <a:cs typeface="맑은 고딕"/>
            </a:endParaRPr>
          </a:p>
          <a:p>
            <a:pPr marL="299085" marR="5080" indent="-287020">
              <a:lnSpc>
                <a:spcPct val="100000"/>
              </a:lnSpc>
              <a:buFont typeface=""/>
              <a:buChar char="-"/>
              <a:tabLst>
                <a:tab pos="299085" algn="l"/>
                <a:tab pos="299720" algn="l"/>
              </a:tabLst>
            </a:pP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이벤트</a:t>
            </a:r>
            <a:r>
              <a:rPr sz="1600" b="1" spc="1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등록 함수란:</a:t>
            </a:r>
            <a:r>
              <a:rPr sz="1600" b="1" spc="2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사용자가</a:t>
            </a:r>
            <a:r>
              <a:rPr sz="1600" b="1" spc="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지정한</a:t>
            </a:r>
            <a:r>
              <a:rPr sz="1600" b="1" spc="1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요소에서</a:t>
            </a:r>
            <a:r>
              <a:rPr sz="1600" b="1" spc="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어떠한</a:t>
            </a:r>
            <a:r>
              <a:rPr sz="1600" b="1" spc="1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이벤트가</a:t>
            </a:r>
            <a:r>
              <a:rPr sz="1600" b="1" spc="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발생했을</a:t>
            </a:r>
            <a:r>
              <a:rPr sz="1600" b="1" spc="1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때</a:t>
            </a:r>
            <a:r>
              <a:rPr sz="1600" b="1" spc="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저장된</a:t>
            </a:r>
            <a:r>
              <a:rPr sz="1600" b="1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코드를</a:t>
            </a:r>
            <a:r>
              <a:rPr sz="1600" b="1" spc="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실행</a:t>
            </a:r>
            <a:r>
              <a:rPr sz="1600" b="1" spc="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할</a:t>
            </a:r>
            <a:r>
              <a:rPr sz="1600" b="1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수 있도록</a:t>
            </a:r>
            <a:r>
              <a:rPr sz="1600" b="1" spc="1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이벤트와</a:t>
            </a:r>
            <a:r>
              <a:rPr sz="1600" b="1" spc="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이벤 </a:t>
            </a:r>
            <a:r>
              <a:rPr sz="1600" b="1" spc="-54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트 핸들러를</a:t>
            </a:r>
            <a:r>
              <a:rPr sz="1600" b="1" spc="1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이용하여</a:t>
            </a:r>
            <a:r>
              <a:rPr sz="1600" b="1" spc="2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만든</a:t>
            </a:r>
            <a:r>
              <a:rPr sz="1600" b="1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함수를</a:t>
            </a:r>
            <a:r>
              <a:rPr sz="1600" b="1" spc="1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말함.</a:t>
            </a:r>
            <a:endParaRPr sz="1600">
              <a:latin typeface="맑은 고딕"/>
              <a:cs typeface="맑은 고딕"/>
            </a:endParaRPr>
          </a:p>
          <a:p>
            <a:pPr marL="299085" indent="-287020">
              <a:lnSpc>
                <a:spcPct val="100000"/>
              </a:lnSpc>
              <a:buFont typeface=""/>
              <a:buChar char="-"/>
              <a:tabLst>
                <a:tab pos="299085" algn="l"/>
                <a:tab pos="299720" algn="l"/>
              </a:tabLst>
            </a:pP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이벤트를</a:t>
            </a:r>
            <a:r>
              <a:rPr sz="1600" b="1" spc="1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하나만</a:t>
            </a:r>
            <a:r>
              <a:rPr sz="1600" b="1" spc="1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등록할</a:t>
            </a:r>
            <a:r>
              <a:rPr sz="1600" b="1" spc="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수</a:t>
            </a:r>
            <a:r>
              <a:rPr sz="1600" b="1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있는</a:t>
            </a:r>
            <a:r>
              <a:rPr sz="1600" b="1" spc="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단독</a:t>
            </a:r>
            <a:r>
              <a:rPr sz="1600" b="1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이벤트</a:t>
            </a:r>
            <a:r>
              <a:rPr sz="1600" b="1" spc="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등록</a:t>
            </a:r>
            <a:r>
              <a:rPr sz="1600" b="1" spc="1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함수와</a:t>
            </a:r>
            <a:r>
              <a:rPr sz="1600" b="1" spc="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10" dirty="0">
                <a:solidFill>
                  <a:srgbClr val="3A3838"/>
                </a:solidFill>
                <a:latin typeface="맑은 고딕"/>
                <a:cs typeface="맑은 고딕"/>
              </a:rPr>
              <a:t>2개</a:t>
            </a:r>
            <a:r>
              <a:rPr sz="1600" b="1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이상 등록할</a:t>
            </a:r>
            <a:r>
              <a:rPr sz="1600" b="1" spc="1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수 있는</a:t>
            </a:r>
            <a:r>
              <a:rPr sz="1600" b="1" spc="1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그룹</a:t>
            </a:r>
            <a:r>
              <a:rPr sz="1600" b="1" spc="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이벤트</a:t>
            </a:r>
            <a:r>
              <a:rPr sz="1600" b="1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등록</a:t>
            </a:r>
            <a:r>
              <a:rPr sz="1600" b="1" spc="1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함수가</a:t>
            </a:r>
            <a:r>
              <a:rPr sz="1600" b="1" spc="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있다.</a:t>
            </a:r>
            <a:endParaRPr sz="1600">
              <a:latin typeface="맑은 고딕"/>
              <a:cs typeface="맑은 고딕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5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solidFill>
                  <a:srgbClr val="3A3838"/>
                </a:solidFill>
                <a:latin typeface="맑은 고딕"/>
                <a:cs typeface="맑은 고딕"/>
              </a:rPr>
              <a:t>▶</a:t>
            </a:r>
            <a:r>
              <a:rPr sz="1800" b="1" spc="-2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800" b="1" dirty="0">
                <a:solidFill>
                  <a:srgbClr val="3A3838"/>
                </a:solidFill>
                <a:latin typeface="맑은 고딕"/>
                <a:cs typeface="맑은 고딕"/>
              </a:rPr>
              <a:t>이벤트</a:t>
            </a:r>
            <a:r>
              <a:rPr sz="1800" b="1" spc="-1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800" b="1" dirty="0">
                <a:solidFill>
                  <a:srgbClr val="3A3838"/>
                </a:solidFill>
                <a:latin typeface="맑은 고딕"/>
                <a:cs typeface="맑은 고딕"/>
              </a:rPr>
              <a:t>등록</a:t>
            </a:r>
            <a:r>
              <a:rPr sz="1800" b="1" spc="-2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800" b="1" dirty="0">
                <a:solidFill>
                  <a:srgbClr val="3A3838"/>
                </a:solidFill>
                <a:latin typeface="맑은 고딕"/>
                <a:cs typeface="맑은 고딕"/>
              </a:rPr>
              <a:t>함수의</a:t>
            </a:r>
            <a:r>
              <a:rPr sz="1800" b="1" spc="-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800" b="1" dirty="0">
                <a:solidFill>
                  <a:srgbClr val="3A3838"/>
                </a:solidFill>
                <a:latin typeface="맑은 고딕"/>
                <a:cs typeface="맑은 고딕"/>
              </a:rPr>
              <a:t>종류</a:t>
            </a:r>
            <a:endParaRPr sz="180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354965" algn="l"/>
              </a:tabLst>
            </a:pP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1.	로딩</a:t>
            </a:r>
            <a:r>
              <a:rPr sz="1600" b="1" spc="-2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이벤트</a:t>
            </a:r>
            <a:r>
              <a:rPr sz="1600" b="1" spc="-3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:</a:t>
            </a:r>
            <a:endParaRPr sz="1600">
              <a:latin typeface="맑은 고딕"/>
              <a:cs typeface="맑은 고딕"/>
            </a:endParaRPr>
          </a:p>
          <a:p>
            <a:pPr marL="299085" indent="-287020">
              <a:lnSpc>
                <a:spcPct val="100000"/>
              </a:lnSpc>
              <a:buFont typeface=""/>
              <a:buChar char="-"/>
              <a:tabLst>
                <a:tab pos="299085" algn="l"/>
                <a:tab pos="299720" algn="l"/>
              </a:tabLst>
            </a:pPr>
            <a:r>
              <a:rPr sz="1600" b="1" spc="-15" dirty="0">
                <a:solidFill>
                  <a:srgbClr val="3A3838"/>
                </a:solidFill>
                <a:latin typeface="맑은 고딕"/>
                <a:cs typeface="맑은 고딕"/>
              </a:rPr>
              <a:t>load()</a:t>
            </a:r>
            <a:r>
              <a:rPr sz="1600" b="1" spc="2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:</a:t>
            </a:r>
            <a:r>
              <a:rPr sz="1600" b="1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선택한</a:t>
            </a:r>
            <a:r>
              <a:rPr sz="1600" b="1" spc="1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이미지</a:t>
            </a:r>
            <a:r>
              <a:rPr sz="1600" b="1" spc="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또는</a:t>
            </a:r>
            <a:r>
              <a:rPr sz="1600" b="1" spc="1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프레임</a:t>
            </a:r>
            <a:r>
              <a:rPr sz="1600" b="1" spc="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요소에</a:t>
            </a:r>
            <a:r>
              <a:rPr sz="1600" b="1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연동된</a:t>
            </a:r>
            <a:r>
              <a:rPr sz="1600" b="1" spc="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소스의</a:t>
            </a:r>
            <a:r>
              <a:rPr sz="1600" b="1" spc="1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로딩이</a:t>
            </a:r>
            <a:r>
              <a:rPr sz="1600" b="1" spc="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완료된</a:t>
            </a:r>
            <a:r>
              <a:rPr sz="1600" b="1" spc="1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후 이벤트</a:t>
            </a:r>
            <a:r>
              <a:rPr sz="1600" b="1" spc="1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발생</a:t>
            </a:r>
            <a:endParaRPr sz="1600">
              <a:latin typeface="맑은 고딕"/>
              <a:cs typeface="맑은 고딕"/>
            </a:endParaRPr>
          </a:p>
          <a:p>
            <a:pPr marL="299085" indent="-287020">
              <a:lnSpc>
                <a:spcPct val="100000"/>
              </a:lnSpc>
              <a:buFont typeface=""/>
              <a:buChar char="-"/>
              <a:tabLst>
                <a:tab pos="299085" algn="l"/>
                <a:tab pos="299720" algn="l"/>
              </a:tabLst>
            </a:pPr>
            <a:r>
              <a:rPr sz="1600" b="1" spc="-10" dirty="0">
                <a:solidFill>
                  <a:srgbClr val="3A3838"/>
                </a:solidFill>
                <a:latin typeface="맑은 고딕"/>
                <a:cs typeface="맑은 고딕"/>
              </a:rPr>
              <a:t>ready()</a:t>
            </a:r>
            <a:r>
              <a:rPr sz="1600" b="1" spc="2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:</a:t>
            </a:r>
            <a:r>
              <a:rPr sz="1600" b="1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지정한</a:t>
            </a:r>
            <a:r>
              <a:rPr sz="1600" b="1" spc="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html문서</a:t>
            </a:r>
            <a:r>
              <a:rPr sz="1600" b="1" spc="2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객체의 로딩이</a:t>
            </a:r>
            <a:r>
              <a:rPr sz="1600" b="1" spc="1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완료된</a:t>
            </a:r>
            <a:r>
              <a:rPr sz="1600" b="1" spc="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후 이벤트</a:t>
            </a:r>
            <a:r>
              <a:rPr sz="1600" b="1" spc="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발생</a:t>
            </a:r>
            <a:endParaRPr sz="1600">
              <a:latin typeface="맑은 고딕"/>
              <a:cs typeface="맑은 고딕"/>
            </a:endParaRPr>
          </a:p>
          <a:p>
            <a:pPr marL="299085" indent="-287020">
              <a:lnSpc>
                <a:spcPct val="100000"/>
              </a:lnSpc>
              <a:buFont typeface=""/>
              <a:buChar char="-"/>
              <a:tabLst>
                <a:tab pos="299085" algn="l"/>
                <a:tab pos="299720" algn="l"/>
              </a:tabLst>
            </a:pPr>
            <a:r>
              <a:rPr sz="1600" b="1" spc="-10" dirty="0">
                <a:solidFill>
                  <a:srgbClr val="3A3838"/>
                </a:solidFill>
                <a:latin typeface="맑은 고딕"/>
                <a:cs typeface="맑은 고딕"/>
              </a:rPr>
              <a:t>error()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 :</a:t>
            </a:r>
            <a:r>
              <a:rPr sz="1600" b="1" spc="1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이벤트</a:t>
            </a:r>
            <a:r>
              <a:rPr sz="1600" b="1" spc="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대상</a:t>
            </a:r>
            <a:r>
              <a:rPr sz="1600" b="1" spc="-1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요소에서</a:t>
            </a:r>
            <a:r>
              <a:rPr sz="1600" b="1" spc="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오류가</a:t>
            </a:r>
            <a:r>
              <a:rPr sz="1600" b="1" spc="1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발생하면</a:t>
            </a:r>
            <a:r>
              <a:rPr sz="1600" b="1" spc="2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이벤트</a:t>
            </a:r>
            <a:r>
              <a:rPr sz="1600" b="1" spc="-1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발생</a:t>
            </a:r>
            <a:endParaRPr sz="1600">
              <a:latin typeface="맑은 고딕"/>
              <a:cs typeface="맑은 고딕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05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2.	키보드</a:t>
            </a:r>
            <a:r>
              <a:rPr sz="1600" b="1" spc="-3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이벤트:</a:t>
            </a:r>
            <a:endParaRPr sz="1600">
              <a:latin typeface="맑은 고딕"/>
              <a:cs typeface="맑은 고딕"/>
            </a:endParaRPr>
          </a:p>
          <a:p>
            <a:pPr marL="299085" indent="-287020">
              <a:lnSpc>
                <a:spcPct val="100000"/>
              </a:lnSpc>
              <a:buFont typeface=""/>
              <a:buChar char="-"/>
              <a:tabLst>
                <a:tab pos="299085" algn="l"/>
                <a:tab pos="299720" algn="l"/>
              </a:tabLst>
            </a:pPr>
            <a:r>
              <a:rPr sz="1600" b="1" spc="-10" dirty="0">
                <a:solidFill>
                  <a:srgbClr val="3A3838"/>
                </a:solidFill>
                <a:latin typeface="맑은 고딕"/>
                <a:cs typeface="맑은 고딕"/>
              </a:rPr>
              <a:t>keypress()</a:t>
            </a:r>
            <a:r>
              <a:rPr sz="1600" b="1" spc="2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:</a:t>
            </a:r>
            <a:r>
              <a:rPr sz="1600" b="1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선택한</a:t>
            </a:r>
            <a:r>
              <a:rPr sz="1600" b="1" spc="1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요소에서</a:t>
            </a:r>
            <a:r>
              <a:rPr sz="1600" b="1" spc="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키보드를</a:t>
            </a:r>
            <a:r>
              <a:rPr sz="1600" b="1" spc="2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눌렀을 때</a:t>
            </a:r>
            <a:r>
              <a:rPr sz="1600" b="1" spc="1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이벤트가</a:t>
            </a:r>
            <a:r>
              <a:rPr sz="1600" b="1" spc="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발생.</a:t>
            </a:r>
            <a:r>
              <a:rPr sz="1600" b="1" spc="1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문자키를</a:t>
            </a:r>
            <a:r>
              <a:rPr sz="1600" b="1" spc="1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제외한</a:t>
            </a:r>
            <a:r>
              <a:rPr sz="1600" b="1" spc="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키</a:t>
            </a:r>
            <a:r>
              <a:rPr sz="1600" b="1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코드</a:t>
            </a:r>
            <a:r>
              <a:rPr sz="1600" b="1" spc="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값을</a:t>
            </a:r>
            <a:r>
              <a:rPr sz="1600" b="1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반환함.</a:t>
            </a:r>
            <a:endParaRPr sz="1600">
              <a:latin typeface="맑은 고딕"/>
              <a:cs typeface="맑은 고딕"/>
            </a:endParaRPr>
          </a:p>
          <a:p>
            <a:pPr marL="299085" indent="-287020">
              <a:lnSpc>
                <a:spcPct val="100000"/>
              </a:lnSpc>
              <a:buFont typeface=""/>
              <a:buChar char="-"/>
              <a:tabLst>
                <a:tab pos="299085" algn="l"/>
                <a:tab pos="299720" algn="l"/>
              </a:tabLst>
            </a:pPr>
            <a:r>
              <a:rPr sz="1600" b="1" spc="-10" dirty="0">
                <a:solidFill>
                  <a:srgbClr val="3A3838"/>
                </a:solidFill>
                <a:latin typeface="맑은 고딕"/>
                <a:cs typeface="맑은 고딕"/>
              </a:rPr>
              <a:t>keydown()</a:t>
            </a:r>
            <a:r>
              <a:rPr sz="1600" b="1" spc="1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: 선택한</a:t>
            </a:r>
            <a:r>
              <a:rPr sz="1600" b="1" spc="1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요소에서</a:t>
            </a:r>
            <a:r>
              <a:rPr sz="1600" b="1" spc="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키보드를</a:t>
            </a:r>
            <a:r>
              <a:rPr sz="1600" b="1" spc="2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눌렀을</a:t>
            </a:r>
            <a:r>
              <a:rPr sz="1600" b="1" spc="1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때 이벤트가</a:t>
            </a:r>
            <a:r>
              <a:rPr sz="1600" b="1" spc="1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발생.</a:t>
            </a:r>
            <a:r>
              <a:rPr sz="1600" b="1" spc="1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모든 키</a:t>
            </a:r>
            <a:r>
              <a:rPr sz="1600" b="1" spc="1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코드 값을</a:t>
            </a:r>
            <a:r>
              <a:rPr sz="1600" b="1" spc="1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반환함.</a:t>
            </a:r>
            <a:endParaRPr sz="1600">
              <a:latin typeface="맑은 고딕"/>
              <a:cs typeface="맑은 고딕"/>
            </a:endParaRPr>
          </a:p>
          <a:p>
            <a:pPr marL="299085" indent="-287020">
              <a:lnSpc>
                <a:spcPct val="100000"/>
              </a:lnSpc>
              <a:buFont typeface=""/>
              <a:buChar char="-"/>
              <a:tabLst>
                <a:tab pos="299085" algn="l"/>
                <a:tab pos="299720" algn="l"/>
              </a:tabLst>
            </a:pPr>
            <a:r>
              <a:rPr sz="1600" b="1" spc="-10" dirty="0">
                <a:solidFill>
                  <a:srgbClr val="3A3838"/>
                </a:solidFill>
                <a:latin typeface="맑은 고딕"/>
                <a:cs typeface="맑은 고딕"/>
              </a:rPr>
              <a:t>keyup()</a:t>
            </a:r>
            <a:r>
              <a:rPr sz="1600" b="1" spc="1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:</a:t>
            </a:r>
            <a:r>
              <a:rPr sz="1600" b="1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선택한</a:t>
            </a:r>
            <a:r>
              <a:rPr sz="1600" b="1" spc="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요소에서</a:t>
            </a:r>
            <a:r>
              <a:rPr sz="1600" b="1" spc="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키보드를</a:t>
            </a:r>
            <a:r>
              <a:rPr sz="1600" b="1" spc="2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눌렀다 뗐을</a:t>
            </a:r>
            <a:r>
              <a:rPr sz="1600" b="1" spc="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때 이벤트가</a:t>
            </a:r>
            <a:r>
              <a:rPr sz="1600" b="1" spc="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발생함.</a:t>
            </a:r>
            <a:endParaRPr sz="1600">
              <a:latin typeface="맑은 고딕"/>
              <a:cs typeface="맑은 고딕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05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3.	포커스</a:t>
            </a:r>
            <a:r>
              <a:rPr sz="1600" b="1" spc="-3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10" dirty="0">
                <a:solidFill>
                  <a:srgbClr val="3A3838"/>
                </a:solidFill>
                <a:latin typeface="맑은 고딕"/>
                <a:cs typeface="맑은 고딕"/>
              </a:rPr>
              <a:t>이벤트:</a:t>
            </a:r>
            <a:endParaRPr sz="1600">
              <a:latin typeface="맑은 고딕"/>
              <a:cs typeface="맑은 고딕"/>
            </a:endParaRPr>
          </a:p>
          <a:p>
            <a:pPr marL="299085" indent="-287020">
              <a:lnSpc>
                <a:spcPct val="100000"/>
              </a:lnSpc>
              <a:buFont typeface=""/>
              <a:buChar char="-"/>
              <a:tabLst>
                <a:tab pos="299085" algn="l"/>
                <a:tab pos="299720" algn="l"/>
              </a:tabLst>
            </a:pP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focus()</a:t>
            </a:r>
            <a:r>
              <a:rPr sz="1600" b="1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:</a:t>
            </a:r>
            <a:r>
              <a:rPr sz="1600" b="1" spc="1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선택한 요소에</a:t>
            </a:r>
            <a:r>
              <a:rPr sz="1600" b="1" spc="1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포커스가</a:t>
            </a:r>
            <a:r>
              <a:rPr sz="1600" b="1" spc="2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110" dirty="0">
                <a:solidFill>
                  <a:srgbClr val="3A3838"/>
                </a:solidFill>
                <a:latin typeface="맑은 고딕"/>
                <a:cs typeface="맑은 고딕"/>
              </a:rPr>
              <a:t>생성되♘을</a:t>
            </a:r>
            <a:r>
              <a:rPr sz="1600" b="1" spc="1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때</a:t>
            </a:r>
            <a:r>
              <a:rPr sz="1600" b="1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이벤트가</a:t>
            </a:r>
            <a:r>
              <a:rPr sz="1600" b="1" spc="2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발생하거나</a:t>
            </a:r>
            <a:r>
              <a:rPr sz="1600" b="1" spc="1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선택한</a:t>
            </a:r>
            <a:r>
              <a:rPr sz="1600" b="1" spc="1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요소에</a:t>
            </a:r>
            <a:r>
              <a:rPr sz="1600" b="1" spc="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강제로</a:t>
            </a:r>
            <a:r>
              <a:rPr sz="1600" b="1" spc="1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포커스를</a:t>
            </a:r>
            <a:r>
              <a:rPr sz="1600" b="1" spc="1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생성한다.</a:t>
            </a:r>
            <a:endParaRPr sz="1600">
              <a:latin typeface="맑은 고딕"/>
              <a:cs typeface="맑은 고딕"/>
            </a:endParaRPr>
          </a:p>
          <a:p>
            <a:pPr marL="299085" indent="-287020">
              <a:lnSpc>
                <a:spcPct val="100000"/>
              </a:lnSpc>
              <a:buFont typeface=""/>
              <a:buChar char="-"/>
              <a:tabLst>
                <a:tab pos="299085" algn="l"/>
                <a:tab pos="299720" algn="l"/>
              </a:tabLst>
            </a:pP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change()</a:t>
            </a:r>
            <a:r>
              <a:rPr sz="1600" b="1" spc="1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:</a:t>
            </a:r>
            <a:r>
              <a:rPr sz="1600" b="1" spc="1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이벤트</a:t>
            </a:r>
            <a:r>
              <a:rPr sz="1600" b="1" spc="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대상의</a:t>
            </a:r>
            <a:r>
              <a:rPr sz="1600" b="1" spc="1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입력</a:t>
            </a:r>
            <a:r>
              <a:rPr sz="1600" b="1" spc="1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요소의 값이</a:t>
            </a:r>
            <a:r>
              <a:rPr sz="1600" b="1" spc="1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변경되고,</a:t>
            </a:r>
            <a:r>
              <a:rPr sz="1600" b="1" spc="2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포커스가</a:t>
            </a:r>
            <a:r>
              <a:rPr sz="1600" b="1" spc="1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이동하면</a:t>
            </a:r>
            <a:r>
              <a:rPr sz="1600" b="1" spc="1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이벤트</a:t>
            </a:r>
            <a:r>
              <a:rPr sz="1600" b="1" spc="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발생.</a:t>
            </a:r>
            <a:r>
              <a:rPr sz="1600" b="1" spc="1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또는 강제로</a:t>
            </a:r>
            <a:r>
              <a:rPr sz="1600" b="1" spc="1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변경</a:t>
            </a:r>
            <a:r>
              <a:rPr sz="1600" b="1" spc="1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이벤트</a:t>
            </a:r>
            <a:r>
              <a:rPr sz="1600" b="1" spc="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발생.</a:t>
            </a:r>
            <a:endParaRPr sz="1600">
              <a:latin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▶</a:t>
            </a:r>
            <a:r>
              <a:rPr spc="-25" dirty="0"/>
              <a:t> </a:t>
            </a:r>
            <a:r>
              <a:rPr dirty="0"/>
              <a:t>이벤트</a:t>
            </a:r>
            <a:r>
              <a:rPr spc="-20" dirty="0"/>
              <a:t> </a:t>
            </a:r>
            <a:r>
              <a:rPr dirty="0"/>
              <a:t>등록</a:t>
            </a:r>
            <a:r>
              <a:rPr spc="-25" dirty="0"/>
              <a:t> </a:t>
            </a:r>
            <a:r>
              <a:rPr dirty="0"/>
              <a:t>함수의</a:t>
            </a:r>
            <a:r>
              <a:rPr spc="-10" dirty="0"/>
              <a:t> </a:t>
            </a:r>
            <a:r>
              <a:rPr dirty="0"/>
              <a:t>종류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/>
              <a:t>8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86664" y="947749"/>
            <a:ext cx="7791450" cy="5390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4965" algn="l"/>
              </a:tabLst>
            </a:pP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4.	마우스</a:t>
            </a:r>
            <a:r>
              <a:rPr sz="1600" b="1" spc="-2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이벤트</a:t>
            </a:r>
            <a:r>
              <a:rPr sz="1600" b="1" spc="-2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:</a:t>
            </a:r>
            <a:endParaRPr sz="1600">
              <a:latin typeface="맑은 고딕"/>
              <a:cs typeface="맑은 고딕"/>
            </a:endParaRPr>
          </a:p>
          <a:p>
            <a:pPr marL="299085" indent="-287020">
              <a:lnSpc>
                <a:spcPct val="100000"/>
              </a:lnSpc>
              <a:buFont typeface=""/>
              <a:buChar char="-"/>
              <a:tabLst>
                <a:tab pos="299085" algn="l"/>
                <a:tab pos="299720" algn="l"/>
              </a:tabLst>
            </a:pPr>
            <a:r>
              <a:rPr sz="1600" b="1" spc="-10" dirty="0">
                <a:solidFill>
                  <a:srgbClr val="3A3838"/>
                </a:solidFill>
                <a:latin typeface="맑은 고딕"/>
                <a:cs typeface="맑은 고딕"/>
              </a:rPr>
              <a:t>click()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 :</a:t>
            </a:r>
            <a:r>
              <a:rPr sz="1600" b="1" spc="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선택한</a:t>
            </a:r>
            <a:r>
              <a:rPr sz="1600" b="1" spc="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요소를</a:t>
            </a:r>
            <a:r>
              <a:rPr sz="1600" b="1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클릭했을때</a:t>
            </a:r>
            <a:r>
              <a:rPr sz="1600" b="1" spc="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이벤트</a:t>
            </a:r>
            <a:r>
              <a:rPr sz="1600" b="1" spc="1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발생</a:t>
            </a:r>
            <a:endParaRPr sz="1600">
              <a:latin typeface="맑은 고딕"/>
              <a:cs typeface="맑은 고딕"/>
            </a:endParaRPr>
          </a:p>
          <a:p>
            <a:pPr marL="299085" indent="-287020">
              <a:lnSpc>
                <a:spcPct val="100000"/>
              </a:lnSpc>
              <a:buFont typeface=""/>
              <a:buChar char="-"/>
              <a:tabLst>
                <a:tab pos="299085" algn="l"/>
                <a:tab pos="299720" algn="l"/>
              </a:tabLst>
            </a:pPr>
            <a:r>
              <a:rPr sz="1600" b="1" spc="-10" dirty="0">
                <a:solidFill>
                  <a:srgbClr val="3A3838"/>
                </a:solidFill>
                <a:latin typeface="맑은 고딕"/>
                <a:cs typeface="맑은 고딕"/>
              </a:rPr>
              <a:t>dblclick()</a:t>
            </a:r>
            <a:r>
              <a:rPr sz="1600" b="1" spc="1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:</a:t>
            </a:r>
            <a:r>
              <a:rPr sz="1600" b="1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선택한</a:t>
            </a:r>
            <a:r>
              <a:rPr sz="1600" b="1" spc="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요소를</a:t>
            </a:r>
            <a:r>
              <a:rPr sz="1600" b="1" spc="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더블 클릭했을때</a:t>
            </a:r>
            <a:r>
              <a:rPr sz="1600" b="1" spc="2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이벤트</a:t>
            </a:r>
            <a:r>
              <a:rPr sz="1600" b="1" spc="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발생</a:t>
            </a:r>
            <a:endParaRPr sz="1600">
              <a:latin typeface="맑은 고딕"/>
              <a:cs typeface="맑은 고딕"/>
            </a:endParaRPr>
          </a:p>
          <a:p>
            <a:pPr marL="299085" indent="-287020">
              <a:lnSpc>
                <a:spcPct val="100000"/>
              </a:lnSpc>
              <a:buFont typeface=""/>
              <a:buChar char="-"/>
              <a:tabLst>
                <a:tab pos="299085" algn="l"/>
                <a:tab pos="299720" algn="l"/>
              </a:tabLst>
            </a:pPr>
            <a:r>
              <a:rPr sz="1600" b="1" spc="-10" dirty="0">
                <a:solidFill>
                  <a:srgbClr val="3A3838"/>
                </a:solidFill>
                <a:latin typeface="맑은 고딕"/>
                <a:cs typeface="맑은 고딕"/>
              </a:rPr>
              <a:t>hover()</a:t>
            </a:r>
            <a:r>
              <a:rPr sz="1600" b="1" spc="1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:</a:t>
            </a:r>
            <a:r>
              <a:rPr sz="1600" b="1" spc="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선택한</a:t>
            </a:r>
            <a:r>
              <a:rPr sz="1600" b="1" spc="1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요소안에</a:t>
            </a:r>
            <a:r>
              <a:rPr sz="1600" b="1" spc="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마우스</a:t>
            </a:r>
            <a:r>
              <a:rPr sz="1600" b="1" spc="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포인터가</a:t>
            </a:r>
            <a:r>
              <a:rPr sz="1600" b="1" spc="1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들어왔을</a:t>
            </a:r>
            <a:r>
              <a:rPr sz="1600" b="1" spc="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때,</a:t>
            </a:r>
            <a:r>
              <a:rPr sz="1600" b="1" spc="1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벗어났을</a:t>
            </a:r>
            <a:r>
              <a:rPr sz="1600" b="1" spc="1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때 이벤트</a:t>
            </a:r>
            <a:r>
              <a:rPr sz="1600" b="1" spc="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발생</a:t>
            </a:r>
            <a:endParaRPr sz="1600">
              <a:latin typeface="맑은 고딕"/>
              <a:cs typeface="맑은 고딕"/>
            </a:endParaRPr>
          </a:p>
          <a:p>
            <a:pPr marL="299085" indent="-287020">
              <a:lnSpc>
                <a:spcPct val="100000"/>
              </a:lnSpc>
              <a:buFont typeface=""/>
              <a:buChar char="-"/>
              <a:tabLst>
                <a:tab pos="299085" algn="l"/>
                <a:tab pos="299720" algn="l"/>
              </a:tabLst>
            </a:pPr>
            <a:r>
              <a:rPr sz="1600" b="1" spc="-10" dirty="0">
                <a:latin typeface="맑은 고딕"/>
                <a:cs typeface="맑은 고딕"/>
              </a:rPr>
              <a:t>mousemove()</a:t>
            </a:r>
            <a:r>
              <a:rPr sz="1600" b="1" spc="15" dirty="0">
                <a:latin typeface="맑은 고딕"/>
                <a:cs typeface="맑은 고딕"/>
              </a:rPr>
              <a:t> </a:t>
            </a:r>
            <a:r>
              <a:rPr sz="1600" b="1" spc="-5" dirty="0">
                <a:latin typeface="맑은 고딕"/>
                <a:cs typeface="맑은 고딕"/>
              </a:rPr>
              <a:t>:</a:t>
            </a:r>
            <a:r>
              <a:rPr sz="1600" b="1" dirty="0"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선택한</a:t>
            </a:r>
            <a:r>
              <a:rPr sz="1600" b="1" spc="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요소안에서</a:t>
            </a:r>
            <a:r>
              <a:rPr sz="1600" b="1" spc="2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마우스</a:t>
            </a:r>
            <a:r>
              <a:rPr sz="1600" b="1" spc="1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포인터가</a:t>
            </a:r>
            <a:r>
              <a:rPr sz="1600" b="1" spc="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움직였을</a:t>
            </a:r>
            <a:r>
              <a:rPr sz="1600" b="1" spc="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때</a:t>
            </a:r>
            <a:r>
              <a:rPr sz="1600" b="1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이벤트</a:t>
            </a:r>
            <a:r>
              <a:rPr sz="1600" b="1" spc="1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발생</a:t>
            </a:r>
            <a:endParaRPr sz="1600">
              <a:latin typeface="맑은 고딕"/>
              <a:cs typeface="맑은 고딕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5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solidFill>
                  <a:srgbClr val="3A3838"/>
                </a:solidFill>
                <a:latin typeface="맑은 고딕"/>
                <a:cs typeface="맑은 고딕"/>
              </a:rPr>
              <a:t>▶</a:t>
            </a:r>
            <a:r>
              <a:rPr sz="1800" b="1" spc="-5" dirty="0">
                <a:solidFill>
                  <a:srgbClr val="3A3838"/>
                </a:solidFill>
                <a:latin typeface="맑은 고딕"/>
                <a:cs typeface="맑은 고딕"/>
              </a:rPr>
              <a:t> 단독 이벤트</a:t>
            </a:r>
            <a:r>
              <a:rPr sz="1800" b="1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800" b="1" spc="-5" dirty="0">
                <a:solidFill>
                  <a:srgbClr val="3A3838"/>
                </a:solidFill>
                <a:latin typeface="맑은 고딕"/>
                <a:cs typeface="맑은 고딕"/>
              </a:rPr>
              <a:t>등록</a:t>
            </a:r>
            <a:r>
              <a:rPr sz="1800" b="1" spc="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800" b="1" spc="-5" dirty="0">
                <a:solidFill>
                  <a:srgbClr val="3A3838"/>
                </a:solidFill>
                <a:latin typeface="맑은 고딕"/>
                <a:cs typeface="맑은 고딕"/>
              </a:rPr>
              <a:t>함수의 </a:t>
            </a:r>
            <a:r>
              <a:rPr sz="1800" b="1" spc="-10" dirty="0">
                <a:solidFill>
                  <a:srgbClr val="3A3838"/>
                </a:solidFill>
                <a:latin typeface="맑은 고딕"/>
                <a:cs typeface="맑은 고딕"/>
              </a:rPr>
              <a:t>형식(Syntax)</a:t>
            </a:r>
            <a:endParaRPr sz="180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$(“선택자”).이벤트등록함수(콜백함수);</a:t>
            </a:r>
            <a:endParaRPr sz="160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</a:pP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---------------------------------------------------------------------------</a:t>
            </a:r>
            <a:endParaRPr sz="160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</a:pP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예시:</a:t>
            </a:r>
            <a:endParaRPr sz="160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</a:pP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$(“button”).click(</a:t>
            </a:r>
            <a:r>
              <a:rPr sz="1600" b="1" spc="-3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function(){</a:t>
            </a:r>
            <a:endParaRPr sz="1600">
              <a:latin typeface="맑은 고딕"/>
              <a:cs typeface="맑은 고딕"/>
            </a:endParaRPr>
          </a:p>
          <a:p>
            <a:pPr marL="927100">
              <a:lnSpc>
                <a:spcPct val="100000"/>
              </a:lnSpc>
            </a:pPr>
            <a:r>
              <a:rPr sz="1600" b="1" dirty="0">
                <a:solidFill>
                  <a:srgbClr val="3A3838"/>
                </a:solidFill>
                <a:latin typeface="맑은 고딕"/>
                <a:cs typeface="맑은 고딕"/>
              </a:rPr>
              <a:t>alert(“버튼을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20" dirty="0">
                <a:solidFill>
                  <a:srgbClr val="3A3838"/>
                </a:solidFill>
                <a:latin typeface="맑은 고딕"/>
                <a:cs typeface="맑은 고딕"/>
              </a:rPr>
              <a:t>클릭하였습니다.”);</a:t>
            </a:r>
            <a:endParaRPr sz="160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});</a:t>
            </a:r>
            <a:endParaRPr sz="160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</a:pP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---------------------------------------------------------------------------</a:t>
            </a:r>
            <a:endParaRPr sz="160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  <a:spcBef>
                <a:spcPts val="1680"/>
              </a:spcBef>
            </a:pP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▶</a:t>
            </a:r>
            <a:r>
              <a:rPr sz="1600" b="1" spc="-1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그룹</a:t>
            </a:r>
            <a:r>
              <a:rPr sz="1600" b="1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이벤트</a:t>
            </a:r>
            <a:r>
              <a:rPr sz="1600" b="1" spc="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등록</a:t>
            </a:r>
            <a:r>
              <a:rPr sz="1600" b="1" spc="-1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함수의</a:t>
            </a:r>
            <a:r>
              <a:rPr sz="1600" b="1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10" dirty="0">
                <a:solidFill>
                  <a:srgbClr val="3A3838"/>
                </a:solidFill>
                <a:latin typeface="맑은 고딕"/>
                <a:cs typeface="맑은 고딕"/>
              </a:rPr>
              <a:t>형식(Syntax)</a:t>
            </a:r>
            <a:endParaRPr sz="1600">
              <a:latin typeface="맑은 고딕"/>
              <a:cs typeface="맑은 고딕"/>
            </a:endParaRPr>
          </a:p>
          <a:p>
            <a:pPr marL="355600" indent="-342900">
              <a:lnSpc>
                <a:spcPct val="100000"/>
              </a:lnSpc>
              <a:buAutoNum type="arabicPeriod"/>
              <a:tabLst>
                <a:tab pos="354965" algn="l"/>
                <a:tab pos="355600" algn="l"/>
              </a:tabLst>
            </a:pP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$(“선택자”).on(“이벤트1</a:t>
            </a:r>
            <a:r>
              <a:rPr sz="1600" b="1" spc="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이벤트2</a:t>
            </a:r>
            <a:r>
              <a:rPr sz="1600" b="1" spc="1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이벤트3</a:t>
            </a:r>
            <a:r>
              <a:rPr sz="1600" b="1" spc="1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...</a:t>
            </a:r>
            <a:r>
              <a:rPr sz="1600" b="1" spc="2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이벤트n”</a:t>
            </a:r>
            <a:r>
              <a:rPr sz="1600" b="1" spc="1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,</a:t>
            </a:r>
            <a:r>
              <a:rPr sz="1600" b="1" spc="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콜백함수);</a:t>
            </a:r>
            <a:endParaRPr sz="1600">
              <a:latin typeface="맑은 고딕"/>
              <a:cs typeface="맑은 고딕"/>
            </a:endParaRPr>
          </a:p>
          <a:p>
            <a:pPr marL="355600" indent="-342900">
              <a:lnSpc>
                <a:spcPct val="100000"/>
              </a:lnSpc>
              <a:buAutoNum type="arabicPeriod"/>
              <a:tabLst>
                <a:tab pos="354965" algn="l"/>
                <a:tab pos="355600" algn="l"/>
                <a:tab pos="5565140" algn="l"/>
              </a:tabLst>
            </a:pP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$(“선택자”).on({“이벤트1</a:t>
            </a:r>
            <a:r>
              <a:rPr sz="1600" b="1" spc="2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이벤트2</a:t>
            </a:r>
            <a:r>
              <a:rPr sz="1600" b="1" spc="2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이벤트3</a:t>
            </a:r>
            <a:r>
              <a:rPr sz="1600" b="1" spc="2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...</a:t>
            </a:r>
            <a:r>
              <a:rPr sz="1600" b="1" spc="3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이벤트n”	:</a:t>
            </a:r>
            <a:r>
              <a:rPr sz="1600" b="1" spc="-3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콜백함수</a:t>
            </a:r>
            <a:r>
              <a:rPr sz="1600" b="1" spc="-1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});</a:t>
            </a:r>
            <a:endParaRPr sz="160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3.	$(“선택자”).on({</a:t>
            </a:r>
            <a:endParaRPr sz="1600">
              <a:latin typeface="맑은 고딕"/>
              <a:cs typeface="맑은 고딕"/>
            </a:endParaRPr>
          </a:p>
          <a:p>
            <a:pPr marL="927100" marR="4590415">
              <a:lnSpc>
                <a:spcPct val="100000"/>
              </a:lnSpc>
            </a:pP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“이벤트1” : 콜백함수, </a:t>
            </a:r>
            <a:r>
              <a:rPr sz="1600" b="1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“이벤트2”</a:t>
            </a:r>
            <a:r>
              <a:rPr sz="1600" b="1" spc="-2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:</a:t>
            </a:r>
            <a:r>
              <a:rPr sz="1600" b="1" spc="-1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콜백함수,</a:t>
            </a:r>
            <a:r>
              <a:rPr sz="1600" b="1" spc="1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....</a:t>
            </a:r>
            <a:endParaRPr sz="160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</a:pP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});</a:t>
            </a:r>
            <a:endParaRPr sz="1600">
              <a:latin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4762" y="0"/>
            <a:ext cx="12201525" cy="784225"/>
            <a:chOff x="-4762" y="0"/>
            <a:chExt cx="12201525" cy="784225"/>
          </a:xfrm>
        </p:grpSpPr>
        <p:sp>
          <p:nvSpPr>
            <p:cNvPr id="3" name="object 3"/>
            <p:cNvSpPr/>
            <p:nvPr/>
          </p:nvSpPr>
          <p:spPr>
            <a:xfrm>
              <a:off x="0" y="952"/>
              <a:ext cx="12192000" cy="584835"/>
            </a:xfrm>
            <a:custGeom>
              <a:avLst/>
              <a:gdLst/>
              <a:ahLst/>
              <a:cxnLst/>
              <a:rect l="l" t="t" r="r" b="b"/>
              <a:pathLst>
                <a:path w="12192000" h="584835">
                  <a:moveTo>
                    <a:pt x="12192000" y="0"/>
                  </a:moveTo>
                  <a:lnTo>
                    <a:pt x="0" y="0"/>
                  </a:lnTo>
                  <a:lnTo>
                    <a:pt x="0" y="584771"/>
                  </a:lnTo>
                  <a:lnTo>
                    <a:pt x="12192000" y="584771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48210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952"/>
              <a:ext cx="12192000" cy="584835"/>
            </a:xfrm>
            <a:custGeom>
              <a:avLst/>
              <a:gdLst/>
              <a:ahLst/>
              <a:cxnLst/>
              <a:rect l="l" t="t" r="r" b="b"/>
              <a:pathLst>
                <a:path w="12192000" h="584835">
                  <a:moveTo>
                    <a:pt x="0" y="584771"/>
                  </a:moveTo>
                  <a:lnTo>
                    <a:pt x="12192000" y="584771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584771"/>
                  </a:lnTo>
                  <a:close/>
                </a:path>
              </a:pathLst>
            </a:custGeom>
            <a:ln w="9525">
              <a:solidFill>
                <a:srgbClr val="843B0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512556" y="98425"/>
              <a:ext cx="1156335" cy="383540"/>
            </a:xfrm>
            <a:custGeom>
              <a:avLst/>
              <a:gdLst/>
              <a:ahLst/>
              <a:cxnLst/>
              <a:rect l="l" t="t" r="r" b="b"/>
              <a:pathLst>
                <a:path w="1156334" h="383540">
                  <a:moveTo>
                    <a:pt x="1155953" y="290449"/>
                  </a:moveTo>
                  <a:lnTo>
                    <a:pt x="800353" y="290449"/>
                  </a:lnTo>
                  <a:lnTo>
                    <a:pt x="800353" y="331977"/>
                  </a:lnTo>
                  <a:lnTo>
                    <a:pt x="1155953" y="331977"/>
                  </a:lnTo>
                  <a:lnTo>
                    <a:pt x="1155953" y="290449"/>
                  </a:lnTo>
                  <a:close/>
                </a:path>
                <a:path w="1156334" h="383540">
                  <a:moveTo>
                    <a:pt x="526161" y="239649"/>
                  </a:moveTo>
                  <a:lnTo>
                    <a:pt x="476123" y="239649"/>
                  </a:lnTo>
                  <a:lnTo>
                    <a:pt x="476123" y="370713"/>
                  </a:lnTo>
                  <a:lnTo>
                    <a:pt x="730376" y="370713"/>
                  </a:lnTo>
                  <a:lnTo>
                    <a:pt x="730376" y="328422"/>
                  </a:lnTo>
                  <a:lnTo>
                    <a:pt x="526161" y="328422"/>
                  </a:lnTo>
                  <a:lnTo>
                    <a:pt x="526161" y="239649"/>
                  </a:lnTo>
                  <a:close/>
                </a:path>
                <a:path w="1156334" h="383540">
                  <a:moveTo>
                    <a:pt x="725804" y="0"/>
                  </a:moveTo>
                  <a:lnTo>
                    <a:pt x="676528" y="0"/>
                  </a:lnTo>
                  <a:lnTo>
                    <a:pt x="676528" y="275336"/>
                  </a:lnTo>
                  <a:lnTo>
                    <a:pt x="725804" y="275336"/>
                  </a:lnTo>
                  <a:lnTo>
                    <a:pt x="725804" y="0"/>
                  </a:lnTo>
                  <a:close/>
                </a:path>
                <a:path w="1156334" h="383540">
                  <a:moveTo>
                    <a:pt x="649351" y="141224"/>
                  </a:moveTo>
                  <a:lnTo>
                    <a:pt x="600075" y="141224"/>
                  </a:lnTo>
                  <a:lnTo>
                    <a:pt x="600075" y="263271"/>
                  </a:lnTo>
                  <a:lnTo>
                    <a:pt x="649351" y="263271"/>
                  </a:lnTo>
                  <a:lnTo>
                    <a:pt x="649351" y="141224"/>
                  </a:lnTo>
                  <a:close/>
                </a:path>
                <a:path w="1156334" h="383540">
                  <a:moveTo>
                    <a:pt x="457453" y="23622"/>
                  </a:moveTo>
                  <a:lnTo>
                    <a:pt x="408177" y="23622"/>
                  </a:lnTo>
                  <a:lnTo>
                    <a:pt x="408177" y="206628"/>
                  </a:lnTo>
                  <a:lnTo>
                    <a:pt x="561467" y="206628"/>
                  </a:lnTo>
                  <a:lnTo>
                    <a:pt x="561467" y="165100"/>
                  </a:lnTo>
                  <a:lnTo>
                    <a:pt x="457453" y="165100"/>
                  </a:lnTo>
                  <a:lnTo>
                    <a:pt x="457453" y="121666"/>
                  </a:lnTo>
                  <a:lnTo>
                    <a:pt x="649351" y="121666"/>
                  </a:lnTo>
                  <a:lnTo>
                    <a:pt x="649351" y="99314"/>
                  </a:lnTo>
                  <a:lnTo>
                    <a:pt x="561467" y="99314"/>
                  </a:lnTo>
                  <a:lnTo>
                    <a:pt x="561467" y="80136"/>
                  </a:lnTo>
                  <a:lnTo>
                    <a:pt x="457453" y="80136"/>
                  </a:lnTo>
                  <a:lnTo>
                    <a:pt x="457453" y="23622"/>
                  </a:lnTo>
                  <a:close/>
                </a:path>
                <a:path w="1156334" h="383540">
                  <a:moveTo>
                    <a:pt x="649351" y="121666"/>
                  </a:moveTo>
                  <a:lnTo>
                    <a:pt x="512572" y="121666"/>
                  </a:lnTo>
                  <a:lnTo>
                    <a:pt x="512572" y="165100"/>
                  </a:lnTo>
                  <a:lnTo>
                    <a:pt x="561467" y="165100"/>
                  </a:lnTo>
                  <a:lnTo>
                    <a:pt x="561467" y="141224"/>
                  </a:lnTo>
                  <a:lnTo>
                    <a:pt x="649351" y="141224"/>
                  </a:lnTo>
                  <a:lnTo>
                    <a:pt x="649351" y="121666"/>
                  </a:lnTo>
                  <a:close/>
                </a:path>
                <a:path w="1156334" h="383540">
                  <a:moveTo>
                    <a:pt x="649351" y="7747"/>
                  </a:moveTo>
                  <a:lnTo>
                    <a:pt x="600075" y="7747"/>
                  </a:lnTo>
                  <a:lnTo>
                    <a:pt x="600075" y="99314"/>
                  </a:lnTo>
                  <a:lnTo>
                    <a:pt x="649351" y="99314"/>
                  </a:lnTo>
                  <a:lnTo>
                    <a:pt x="649351" y="7747"/>
                  </a:lnTo>
                  <a:close/>
                </a:path>
                <a:path w="1156334" h="383540">
                  <a:moveTo>
                    <a:pt x="561467" y="23622"/>
                  </a:moveTo>
                  <a:lnTo>
                    <a:pt x="512572" y="23622"/>
                  </a:lnTo>
                  <a:lnTo>
                    <a:pt x="512572" y="80136"/>
                  </a:lnTo>
                  <a:lnTo>
                    <a:pt x="561467" y="80136"/>
                  </a:lnTo>
                  <a:lnTo>
                    <a:pt x="561467" y="23622"/>
                  </a:lnTo>
                  <a:close/>
                </a:path>
                <a:path w="1156334" h="383540">
                  <a:moveTo>
                    <a:pt x="100965" y="24383"/>
                  </a:moveTo>
                  <a:lnTo>
                    <a:pt x="59642" y="33242"/>
                  </a:lnTo>
                  <a:lnTo>
                    <a:pt x="27559" y="59817"/>
                  </a:lnTo>
                  <a:lnTo>
                    <a:pt x="6873" y="101854"/>
                  </a:lnTo>
                  <a:lnTo>
                    <a:pt x="0" y="157225"/>
                  </a:lnTo>
                  <a:lnTo>
                    <a:pt x="1736" y="186136"/>
                  </a:lnTo>
                  <a:lnTo>
                    <a:pt x="15591" y="234574"/>
                  </a:lnTo>
                  <a:lnTo>
                    <a:pt x="42618" y="269869"/>
                  </a:lnTo>
                  <a:lnTo>
                    <a:pt x="79246" y="287827"/>
                  </a:lnTo>
                  <a:lnTo>
                    <a:pt x="100965" y="290067"/>
                  </a:lnTo>
                  <a:lnTo>
                    <a:pt x="122753" y="287849"/>
                  </a:lnTo>
                  <a:lnTo>
                    <a:pt x="142208" y="281177"/>
                  </a:lnTo>
                  <a:lnTo>
                    <a:pt x="159329" y="270029"/>
                  </a:lnTo>
                  <a:lnTo>
                    <a:pt x="174117" y="254380"/>
                  </a:lnTo>
                  <a:lnTo>
                    <a:pt x="177930" y="248157"/>
                  </a:lnTo>
                  <a:lnTo>
                    <a:pt x="100965" y="248157"/>
                  </a:lnTo>
                  <a:lnTo>
                    <a:pt x="90364" y="246612"/>
                  </a:lnTo>
                  <a:lnTo>
                    <a:pt x="57159" y="210185"/>
                  </a:lnTo>
                  <a:lnTo>
                    <a:pt x="48641" y="157606"/>
                  </a:lnTo>
                  <a:lnTo>
                    <a:pt x="49567" y="137727"/>
                  </a:lnTo>
                  <a:lnTo>
                    <a:pt x="63373" y="91185"/>
                  </a:lnTo>
                  <a:lnTo>
                    <a:pt x="100965" y="66801"/>
                  </a:lnTo>
                  <a:lnTo>
                    <a:pt x="178110" y="66801"/>
                  </a:lnTo>
                  <a:lnTo>
                    <a:pt x="173990" y="60071"/>
                  </a:lnTo>
                  <a:lnTo>
                    <a:pt x="159150" y="44475"/>
                  </a:lnTo>
                  <a:lnTo>
                    <a:pt x="142049" y="33321"/>
                  </a:lnTo>
                  <a:lnTo>
                    <a:pt x="122662" y="26620"/>
                  </a:lnTo>
                  <a:lnTo>
                    <a:pt x="100965" y="24383"/>
                  </a:lnTo>
                  <a:close/>
                </a:path>
                <a:path w="1156334" h="383540">
                  <a:moveTo>
                    <a:pt x="178110" y="66801"/>
                  </a:moveTo>
                  <a:lnTo>
                    <a:pt x="100965" y="66801"/>
                  </a:lnTo>
                  <a:lnTo>
                    <a:pt x="111873" y="68325"/>
                  </a:lnTo>
                  <a:lnTo>
                    <a:pt x="121745" y="72898"/>
                  </a:lnTo>
                  <a:lnTo>
                    <a:pt x="144783" y="104493"/>
                  </a:lnTo>
                  <a:lnTo>
                    <a:pt x="153035" y="157606"/>
                  </a:lnTo>
                  <a:lnTo>
                    <a:pt x="152084" y="177464"/>
                  </a:lnTo>
                  <a:lnTo>
                    <a:pt x="137922" y="223774"/>
                  </a:lnTo>
                  <a:lnTo>
                    <a:pt x="100965" y="248157"/>
                  </a:lnTo>
                  <a:lnTo>
                    <a:pt x="177930" y="248157"/>
                  </a:lnTo>
                  <a:lnTo>
                    <a:pt x="186025" y="234949"/>
                  </a:lnTo>
                  <a:lnTo>
                    <a:pt x="194516" y="212280"/>
                  </a:lnTo>
                  <a:lnTo>
                    <a:pt x="199602" y="186372"/>
                  </a:lnTo>
                  <a:lnTo>
                    <a:pt x="201295" y="157225"/>
                  </a:lnTo>
                  <a:lnTo>
                    <a:pt x="199582" y="128097"/>
                  </a:lnTo>
                  <a:lnTo>
                    <a:pt x="194452" y="102219"/>
                  </a:lnTo>
                  <a:lnTo>
                    <a:pt x="185918" y="79555"/>
                  </a:lnTo>
                  <a:lnTo>
                    <a:pt x="178110" y="66801"/>
                  </a:lnTo>
                  <a:close/>
                </a:path>
                <a:path w="1156334" h="383540">
                  <a:moveTo>
                    <a:pt x="1105153" y="33781"/>
                  </a:moveTo>
                  <a:lnTo>
                    <a:pt x="852804" y="33781"/>
                  </a:lnTo>
                  <a:lnTo>
                    <a:pt x="852804" y="228346"/>
                  </a:lnTo>
                  <a:lnTo>
                    <a:pt x="1111250" y="228346"/>
                  </a:lnTo>
                  <a:lnTo>
                    <a:pt x="1111250" y="187198"/>
                  </a:lnTo>
                  <a:lnTo>
                    <a:pt x="902843" y="187198"/>
                  </a:lnTo>
                  <a:lnTo>
                    <a:pt x="902843" y="151002"/>
                  </a:lnTo>
                  <a:lnTo>
                    <a:pt x="1094232" y="151002"/>
                  </a:lnTo>
                  <a:lnTo>
                    <a:pt x="1094232" y="109854"/>
                  </a:lnTo>
                  <a:lnTo>
                    <a:pt x="902843" y="109854"/>
                  </a:lnTo>
                  <a:lnTo>
                    <a:pt x="902843" y="74929"/>
                  </a:lnTo>
                  <a:lnTo>
                    <a:pt x="1105153" y="74929"/>
                  </a:lnTo>
                  <a:lnTo>
                    <a:pt x="1105153" y="33781"/>
                  </a:lnTo>
                  <a:close/>
                </a:path>
                <a:path w="1156334" h="383540">
                  <a:moveTo>
                    <a:pt x="308355" y="0"/>
                  </a:moveTo>
                  <a:lnTo>
                    <a:pt x="259079" y="0"/>
                  </a:lnTo>
                  <a:lnTo>
                    <a:pt x="259079" y="383286"/>
                  </a:lnTo>
                  <a:lnTo>
                    <a:pt x="308355" y="383286"/>
                  </a:lnTo>
                  <a:lnTo>
                    <a:pt x="30835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970009" y="220090"/>
              <a:ext cx="698500" cy="249554"/>
            </a:xfrm>
            <a:custGeom>
              <a:avLst/>
              <a:gdLst/>
              <a:ahLst/>
              <a:cxnLst/>
              <a:rect l="l" t="t" r="r" b="b"/>
              <a:pathLst>
                <a:path w="698500" h="249554">
                  <a:moveTo>
                    <a:pt x="342900" y="168782"/>
                  </a:moveTo>
                  <a:lnTo>
                    <a:pt x="698500" y="168782"/>
                  </a:lnTo>
                  <a:lnTo>
                    <a:pt x="698500" y="210311"/>
                  </a:lnTo>
                  <a:lnTo>
                    <a:pt x="342900" y="210311"/>
                  </a:lnTo>
                  <a:lnTo>
                    <a:pt x="342900" y="168782"/>
                  </a:lnTo>
                  <a:close/>
                </a:path>
                <a:path w="698500" h="249554">
                  <a:moveTo>
                    <a:pt x="18669" y="117982"/>
                  </a:moveTo>
                  <a:lnTo>
                    <a:pt x="68707" y="117982"/>
                  </a:lnTo>
                  <a:lnTo>
                    <a:pt x="68707" y="206755"/>
                  </a:lnTo>
                  <a:lnTo>
                    <a:pt x="272923" y="206755"/>
                  </a:lnTo>
                  <a:lnTo>
                    <a:pt x="272923" y="249046"/>
                  </a:lnTo>
                  <a:lnTo>
                    <a:pt x="18669" y="249046"/>
                  </a:lnTo>
                  <a:lnTo>
                    <a:pt x="18669" y="117982"/>
                  </a:lnTo>
                  <a:close/>
                </a:path>
                <a:path w="698500" h="249554">
                  <a:moveTo>
                    <a:pt x="0" y="0"/>
                  </a:moveTo>
                  <a:lnTo>
                    <a:pt x="0" y="43433"/>
                  </a:lnTo>
                  <a:lnTo>
                    <a:pt x="55118" y="43433"/>
                  </a:lnTo>
                  <a:lnTo>
                    <a:pt x="55118" y="0"/>
                  </a:lnTo>
                  <a:lnTo>
                    <a:pt x="0" y="0"/>
                  </a:lnTo>
                  <a:close/>
                </a:path>
              </a:pathLst>
            </a:custGeom>
            <a:ln w="9144">
              <a:solidFill>
                <a:srgbClr val="843B0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56625" y="160654"/>
              <a:ext cx="113538" cy="19050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8512556" y="98425"/>
              <a:ext cx="1111250" cy="383540"/>
            </a:xfrm>
            <a:custGeom>
              <a:avLst/>
              <a:gdLst/>
              <a:ahLst/>
              <a:cxnLst/>
              <a:rect l="l" t="t" r="r" b="b"/>
              <a:pathLst>
                <a:path w="1111250" h="383540">
                  <a:moveTo>
                    <a:pt x="852804" y="33781"/>
                  </a:moveTo>
                  <a:lnTo>
                    <a:pt x="1105153" y="33781"/>
                  </a:lnTo>
                  <a:lnTo>
                    <a:pt x="1105153" y="74929"/>
                  </a:lnTo>
                  <a:lnTo>
                    <a:pt x="902843" y="74929"/>
                  </a:lnTo>
                  <a:lnTo>
                    <a:pt x="902843" y="109854"/>
                  </a:lnTo>
                  <a:lnTo>
                    <a:pt x="1094232" y="109854"/>
                  </a:lnTo>
                  <a:lnTo>
                    <a:pt x="1094232" y="151002"/>
                  </a:lnTo>
                  <a:lnTo>
                    <a:pt x="902843" y="151002"/>
                  </a:lnTo>
                  <a:lnTo>
                    <a:pt x="902843" y="187198"/>
                  </a:lnTo>
                  <a:lnTo>
                    <a:pt x="1111250" y="187198"/>
                  </a:lnTo>
                  <a:lnTo>
                    <a:pt x="1111250" y="228346"/>
                  </a:lnTo>
                  <a:lnTo>
                    <a:pt x="852804" y="228346"/>
                  </a:lnTo>
                  <a:lnTo>
                    <a:pt x="852804" y="33781"/>
                  </a:lnTo>
                  <a:close/>
                </a:path>
                <a:path w="1111250" h="383540">
                  <a:moveTo>
                    <a:pt x="100965" y="24383"/>
                  </a:moveTo>
                  <a:lnTo>
                    <a:pt x="142049" y="33321"/>
                  </a:lnTo>
                  <a:lnTo>
                    <a:pt x="173990" y="60071"/>
                  </a:lnTo>
                  <a:lnTo>
                    <a:pt x="194452" y="102219"/>
                  </a:lnTo>
                  <a:lnTo>
                    <a:pt x="201295" y="157225"/>
                  </a:lnTo>
                  <a:lnTo>
                    <a:pt x="199602" y="186372"/>
                  </a:lnTo>
                  <a:lnTo>
                    <a:pt x="186025" y="234949"/>
                  </a:lnTo>
                  <a:lnTo>
                    <a:pt x="159329" y="270029"/>
                  </a:lnTo>
                  <a:lnTo>
                    <a:pt x="122753" y="287849"/>
                  </a:lnTo>
                  <a:lnTo>
                    <a:pt x="100965" y="290067"/>
                  </a:lnTo>
                  <a:lnTo>
                    <a:pt x="79246" y="287827"/>
                  </a:lnTo>
                  <a:lnTo>
                    <a:pt x="42618" y="269869"/>
                  </a:lnTo>
                  <a:lnTo>
                    <a:pt x="15591" y="234574"/>
                  </a:lnTo>
                  <a:lnTo>
                    <a:pt x="1736" y="186136"/>
                  </a:lnTo>
                  <a:lnTo>
                    <a:pt x="0" y="157225"/>
                  </a:lnTo>
                  <a:lnTo>
                    <a:pt x="1716" y="127861"/>
                  </a:lnTo>
                  <a:lnTo>
                    <a:pt x="15484" y="79180"/>
                  </a:lnTo>
                  <a:lnTo>
                    <a:pt x="42439" y="44315"/>
                  </a:lnTo>
                  <a:lnTo>
                    <a:pt x="79154" y="26598"/>
                  </a:lnTo>
                  <a:lnTo>
                    <a:pt x="100965" y="24383"/>
                  </a:lnTo>
                  <a:close/>
                </a:path>
                <a:path w="1111250" h="383540">
                  <a:moveTo>
                    <a:pt x="600075" y="7747"/>
                  </a:moveTo>
                  <a:lnTo>
                    <a:pt x="649351" y="7747"/>
                  </a:lnTo>
                  <a:lnTo>
                    <a:pt x="649351" y="263271"/>
                  </a:lnTo>
                  <a:lnTo>
                    <a:pt x="600075" y="263271"/>
                  </a:lnTo>
                  <a:lnTo>
                    <a:pt x="600075" y="141224"/>
                  </a:lnTo>
                  <a:lnTo>
                    <a:pt x="561467" y="141224"/>
                  </a:lnTo>
                  <a:lnTo>
                    <a:pt x="561467" y="206628"/>
                  </a:lnTo>
                  <a:lnTo>
                    <a:pt x="408177" y="206628"/>
                  </a:lnTo>
                  <a:lnTo>
                    <a:pt x="408177" y="23622"/>
                  </a:lnTo>
                  <a:lnTo>
                    <a:pt x="457453" y="23622"/>
                  </a:lnTo>
                  <a:lnTo>
                    <a:pt x="457453" y="80136"/>
                  </a:lnTo>
                  <a:lnTo>
                    <a:pt x="512572" y="80136"/>
                  </a:lnTo>
                  <a:lnTo>
                    <a:pt x="512572" y="23622"/>
                  </a:lnTo>
                  <a:lnTo>
                    <a:pt x="561467" y="23622"/>
                  </a:lnTo>
                  <a:lnTo>
                    <a:pt x="561467" y="99314"/>
                  </a:lnTo>
                  <a:lnTo>
                    <a:pt x="600075" y="99314"/>
                  </a:lnTo>
                  <a:lnTo>
                    <a:pt x="600075" y="7747"/>
                  </a:lnTo>
                  <a:close/>
                </a:path>
                <a:path w="1111250" h="383540">
                  <a:moveTo>
                    <a:pt x="676528" y="0"/>
                  </a:moveTo>
                  <a:lnTo>
                    <a:pt x="725804" y="0"/>
                  </a:lnTo>
                  <a:lnTo>
                    <a:pt x="725804" y="275336"/>
                  </a:lnTo>
                  <a:lnTo>
                    <a:pt x="676528" y="275336"/>
                  </a:lnTo>
                  <a:lnTo>
                    <a:pt x="676528" y="0"/>
                  </a:lnTo>
                  <a:close/>
                </a:path>
                <a:path w="1111250" h="383540">
                  <a:moveTo>
                    <a:pt x="259079" y="0"/>
                  </a:moveTo>
                  <a:lnTo>
                    <a:pt x="308355" y="0"/>
                  </a:lnTo>
                  <a:lnTo>
                    <a:pt x="308355" y="383286"/>
                  </a:lnTo>
                  <a:lnTo>
                    <a:pt x="259079" y="383286"/>
                  </a:lnTo>
                  <a:lnTo>
                    <a:pt x="259079" y="0"/>
                  </a:lnTo>
                  <a:close/>
                </a:path>
              </a:pathLst>
            </a:custGeom>
            <a:ln w="9144">
              <a:solidFill>
                <a:srgbClr val="843B0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228076" y="0"/>
              <a:ext cx="1711452" cy="780288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861550" y="102996"/>
              <a:ext cx="762635" cy="379095"/>
            </a:xfrm>
            <a:custGeom>
              <a:avLst/>
              <a:gdLst/>
              <a:ahLst/>
              <a:cxnLst/>
              <a:rect l="l" t="t" r="r" b="b"/>
              <a:pathLst>
                <a:path w="762634" h="379095">
                  <a:moveTo>
                    <a:pt x="177800" y="234314"/>
                  </a:moveTo>
                  <a:lnTo>
                    <a:pt x="123539" y="239093"/>
                  </a:lnTo>
                  <a:lnTo>
                    <a:pt x="83947" y="253491"/>
                  </a:lnTo>
                  <a:lnTo>
                    <a:pt x="53693" y="290371"/>
                  </a:lnTo>
                  <a:lnTo>
                    <a:pt x="51689" y="306324"/>
                  </a:lnTo>
                  <a:lnTo>
                    <a:pt x="53691" y="322587"/>
                  </a:lnTo>
                  <a:lnTo>
                    <a:pt x="83820" y="359663"/>
                  </a:lnTo>
                  <a:lnTo>
                    <a:pt x="123428" y="373951"/>
                  </a:lnTo>
                  <a:lnTo>
                    <a:pt x="177800" y="378713"/>
                  </a:lnTo>
                  <a:lnTo>
                    <a:pt x="206825" y="377523"/>
                  </a:lnTo>
                  <a:lnTo>
                    <a:pt x="253827" y="367998"/>
                  </a:lnTo>
                  <a:lnTo>
                    <a:pt x="295043" y="337947"/>
                  </a:lnTo>
                  <a:lnTo>
                    <a:pt x="177800" y="337947"/>
                  </a:lnTo>
                  <a:lnTo>
                    <a:pt x="144869" y="335970"/>
                  </a:lnTo>
                  <a:lnTo>
                    <a:pt x="121332" y="330041"/>
                  </a:lnTo>
                  <a:lnTo>
                    <a:pt x="107201" y="320159"/>
                  </a:lnTo>
                  <a:lnTo>
                    <a:pt x="102489" y="306324"/>
                  </a:lnTo>
                  <a:lnTo>
                    <a:pt x="107201" y="292802"/>
                  </a:lnTo>
                  <a:lnTo>
                    <a:pt x="121332" y="283114"/>
                  </a:lnTo>
                  <a:lnTo>
                    <a:pt x="144869" y="277284"/>
                  </a:lnTo>
                  <a:lnTo>
                    <a:pt x="177800" y="275336"/>
                  </a:lnTo>
                  <a:lnTo>
                    <a:pt x="295136" y="275336"/>
                  </a:lnTo>
                  <a:lnTo>
                    <a:pt x="285801" y="263943"/>
                  </a:lnTo>
                  <a:lnTo>
                    <a:pt x="271652" y="253491"/>
                  </a:lnTo>
                  <a:lnTo>
                    <a:pt x="253702" y="245084"/>
                  </a:lnTo>
                  <a:lnTo>
                    <a:pt x="232060" y="239093"/>
                  </a:lnTo>
                  <a:lnTo>
                    <a:pt x="206752" y="235507"/>
                  </a:lnTo>
                  <a:lnTo>
                    <a:pt x="177800" y="234314"/>
                  </a:lnTo>
                  <a:close/>
                </a:path>
                <a:path w="762634" h="379095">
                  <a:moveTo>
                    <a:pt x="295136" y="275336"/>
                  </a:moveTo>
                  <a:lnTo>
                    <a:pt x="177800" y="275336"/>
                  </a:lnTo>
                  <a:lnTo>
                    <a:pt x="210730" y="277284"/>
                  </a:lnTo>
                  <a:lnTo>
                    <a:pt x="234267" y="283114"/>
                  </a:lnTo>
                  <a:lnTo>
                    <a:pt x="248398" y="292802"/>
                  </a:lnTo>
                  <a:lnTo>
                    <a:pt x="253110" y="306324"/>
                  </a:lnTo>
                  <a:lnTo>
                    <a:pt x="248398" y="320159"/>
                  </a:lnTo>
                  <a:lnTo>
                    <a:pt x="234267" y="330041"/>
                  </a:lnTo>
                  <a:lnTo>
                    <a:pt x="210730" y="335970"/>
                  </a:lnTo>
                  <a:lnTo>
                    <a:pt x="177800" y="337947"/>
                  </a:lnTo>
                  <a:lnTo>
                    <a:pt x="295043" y="337947"/>
                  </a:lnTo>
                  <a:lnTo>
                    <a:pt x="295894" y="336899"/>
                  </a:lnTo>
                  <a:lnTo>
                    <a:pt x="301908" y="322587"/>
                  </a:lnTo>
                  <a:lnTo>
                    <a:pt x="303910" y="306324"/>
                  </a:lnTo>
                  <a:lnTo>
                    <a:pt x="301906" y="290371"/>
                  </a:lnTo>
                  <a:lnTo>
                    <a:pt x="295878" y="276240"/>
                  </a:lnTo>
                  <a:lnTo>
                    <a:pt x="295136" y="275336"/>
                  </a:lnTo>
                  <a:close/>
                </a:path>
                <a:path w="762634" h="379095">
                  <a:moveTo>
                    <a:pt x="710819" y="250189"/>
                  </a:moveTo>
                  <a:lnTo>
                    <a:pt x="454151" y="250189"/>
                  </a:lnTo>
                  <a:lnTo>
                    <a:pt x="454151" y="292100"/>
                  </a:lnTo>
                  <a:lnTo>
                    <a:pt x="660780" y="292100"/>
                  </a:lnTo>
                  <a:lnTo>
                    <a:pt x="660780" y="378713"/>
                  </a:lnTo>
                  <a:lnTo>
                    <a:pt x="710819" y="378713"/>
                  </a:lnTo>
                  <a:lnTo>
                    <a:pt x="710819" y="250189"/>
                  </a:lnTo>
                  <a:close/>
                </a:path>
                <a:path w="762634" h="379095">
                  <a:moveTo>
                    <a:pt x="355600" y="168275"/>
                  </a:moveTo>
                  <a:lnTo>
                    <a:pt x="0" y="168275"/>
                  </a:lnTo>
                  <a:lnTo>
                    <a:pt x="0" y="210566"/>
                  </a:lnTo>
                  <a:lnTo>
                    <a:pt x="355600" y="210566"/>
                  </a:lnTo>
                  <a:lnTo>
                    <a:pt x="355600" y="168275"/>
                  </a:lnTo>
                  <a:close/>
                </a:path>
                <a:path w="762634" h="379095">
                  <a:moveTo>
                    <a:pt x="302768" y="4825"/>
                  </a:moveTo>
                  <a:lnTo>
                    <a:pt x="53594" y="4825"/>
                  </a:lnTo>
                  <a:lnTo>
                    <a:pt x="53594" y="138302"/>
                  </a:lnTo>
                  <a:lnTo>
                    <a:pt x="306704" y="138302"/>
                  </a:lnTo>
                  <a:lnTo>
                    <a:pt x="306704" y="96393"/>
                  </a:lnTo>
                  <a:lnTo>
                    <a:pt x="104140" y="96393"/>
                  </a:lnTo>
                  <a:lnTo>
                    <a:pt x="104140" y="46735"/>
                  </a:lnTo>
                  <a:lnTo>
                    <a:pt x="302768" y="46735"/>
                  </a:lnTo>
                  <a:lnTo>
                    <a:pt x="302768" y="4825"/>
                  </a:lnTo>
                  <a:close/>
                </a:path>
                <a:path w="762634" h="379095">
                  <a:moveTo>
                    <a:pt x="762507" y="186435"/>
                  </a:moveTo>
                  <a:lnTo>
                    <a:pt x="406907" y="186435"/>
                  </a:lnTo>
                  <a:lnTo>
                    <a:pt x="406907" y="227710"/>
                  </a:lnTo>
                  <a:lnTo>
                    <a:pt x="762507" y="227710"/>
                  </a:lnTo>
                  <a:lnTo>
                    <a:pt x="762507" y="186435"/>
                  </a:lnTo>
                  <a:close/>
                </a:path>
                <a:path w="762634" h="379095">
                  <a:moveTo>
                    <a:pt x="609600" y="159766"/>
                  </a:moveTo>
                  <a:lnTo>
                    <a:pt x="559434" y="159766"/>
                  </a:lnTo>
                  <a:lnTo>
                    <a:pt x="559434" y="186435"/>
                  </a:lnTo>
                  <a:lnTo>
                    <a:pt x="609600" y="186435"/>
                  </a:lnTo>
                  <a:lnTo>
                    <a:pt x="609600" y="159766"/>
                  </a:lnTo>
                  <a:close/>
                </a:path>
                <a:path w="762634" h="379095">
                  <a:moveTo>
                    <a:pt x="706247" y="0"/>
                  </a:moveTo>
                  <a:lnTo>
                    <a:pt x="463169" y="0"/>
                  </a:lnTo>
                  <a:lnTo>
                    <a:pt x="463169" y="40512"/>
                  </a:lnTo>
                  <a:lnTo>
                    <a:pt x="656590" y="40512"/>
                  </a:lnTo>
                  <a:lnTo>
                    <a:pt x="656590" y="60198"/>
                  </a:lnTo>
                  <a:lnTo>
                    <a:pt x="463169" y="60198"/>
                  </a:lnTo>
                  <a:lnTo>
                    <a:pt x="463169" y="159766"/>
                  </a:lnTo>
                  <a:lnTo>
                    <a:pt x="714882" y="159766"/>
                  </a:lnTo>
                  <a:lnTo>
                    <a:pt x="714882" y="119252"/>
                  </a:lnTo>
                  <a:lnTo>
                    <a:pt x="512825" y="119252"/>
                  </a:lnTo>
                  <a:lnTo>
                    <a:pt x="512825" y="97154"/>
                  </a:lnTo>
                  <a:lnTo>
                    <a:pt x="706247" y="97154"/>
                  </a:lnTo>
                  <a:lnTo>
                    <a:pt x="70624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959467" y="373760"/>
              <a:ext cx="159765" cy="7175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9861550" y="102996"/>
              <a:ext cx="762635" cy="379095"/>
            </a:xfrm>
            <a:custGeom>
              <a:avLst/>
              <a:gdLst/>
              <a:ahLst/>
              <a:cxnLst/>
              <a:rect l="l" t="t" r="r" b="b"/>
              <a:pathLst>
                <a:path w="762634" h="379095">
                  <a:moveTo>
                    <a:pt x="454151" y="250189"/>
                  </a:moveTo>
                  <a:lnTo>
                    <a:pt x="710819" y="250189"/>
                  </a:lnTo>
                  <a:lnTo>
                    <a:pt x="710819" y="378713"/>
                  </a:lnTo>
                  <a:lnTo>
                    <a:pt x="660780" y="378713"/>
                  </a:lnTo>
                  <a:lnTo>
                    <a:pt x="660780" y="292100"/>
                  </a:lnTo>
                  <a:lnTo>
                    <a:pt x="454151" y="292100"/>
                  </a:lnTo>
                  <a:lnTo>
                    <a:pt x="454151" y="250189"/>
                  </a:lnTo>
                  <a:close/>
                </a:path>
                <a:path w="762634" h="379095">
                  <a:moveTo>
                    <a:pt x="177800" y="234314"/>
                  </a:moveTo>
                  <a:lnTo>
                    <a:pt x="232060" y="239093"/>
                  </a:lnTo>
                  <a:lnTo>
                    <a:pt x="271652" y="253491"/>
                  </a:lnTo>
                  <a:lnTo>
                    <a:pt x="301906" y="290371"/>
                  </a:lnTo>
                  <a:lnTo>
                    <a:pt x="303910" y="306324"/>
                  </a:lnTo>
                  <a:lnTo>
                    <a:pt x="301908" y="322587"/>
                  </a:lnTo>
                  <a:lnTo>
                    <a:pt x="271779" y="359663"/>
                  </a:lnTo>
                  <a:lnTo>
                    <a:pt x="232171" y="373951"/>
                  </a:lnTo>
                  <a:lnTo>
                    <a:pt x="177800" y="378713"/>
                  </a:lnTo>
                  <a:lnTo>
                    <a:pt x="148774" y="377523"/>
                  </a:lnTo>
                  <a:lnTo>
                    <a:pt x="101772" y="367998"/>
                  </a:lnTo>
                  <a:lnTo>
                    <a:pt x="59705" y="336899"/>
                  </a:lnTo>
                  <a:lnTo>
                    <a:pt x="51689" y="306324"/>
                  </a:lnTo>
                  <a:lnTo>
                    <a:pt x="53693" y="290371"/>
                  </a:lnTo>
                  <a:lnTo>
                    <a:pt x="83947" y="253491"/>
                  </a:lnTo>
                  <a:lnTo>
                    <a:pt x="123539" y="239093"/>
                  </a:lnTo>
                  <a:lnTo>
                    <a:pt x="177800" y="234314"/>
                  </a:lnTo>
                  <a:close/>
                </a:path>
                <a:path w="762634" h="379095">
                  <a:moveTo>
                    <a:pt x="0" y="168275"/>
                  </a:moveTo>
                  <a:lnTo>
                    <a:pt x="355600" y="168275"/>
                  </a:lnTo>
                  <a:lnTo>
                    <a:pt x="355600" y="210566"/>
                  </a:lnTo>
                  <a:lnTo>
                    <a:pt x="0" y="210566"/>
                  </a:lnTo>
                  <a:lnTo>
                    <a:pt x="0" y="168275"/>
                  </a:lnTo>
                  <a:close/>
                </a:path>
                <a:path w="762634" h="379095">
                  <a:moveTo>
                    <a:pt x="53594" y="4825"/>
                  </a:moveTo>
                  <a:lnTo>
                    <a:pt x="302768" y="4825"/>
                  </a:lnTo>
                  <a:lnTo>
                    <a:pt x="302768" y="46735"/>
                  </a:lnTo>
                  <a:lnTo>
                    <a:pt x="104140" y="46735"/>
                  </a:lnTo>
                  <a:lnTo>
                    <a:pt x="104140" y="96393"/>
                  </a:lnTo>
                  <a:lnTo>
                    <a:pt x="306704" y="96393"/>
                  </a:lnTo>
                  <a:lnTo>
                    <a:pt x="306704" y="138302"/>
                  </a:lnTo>
                  <a:lnTo>
                    <a:pt x="53594" y="138302"/>
                  </a:lnTo>
                  <a:lnTo>
                    <a:pt x="53594" y="4825"/>
                  </a:lnTo>
                  <a:close/>
                </a:path>
                <a:path w="762634" h="379095">
                  <a:moveTo>
                    <a:pt x="463169" y="0"/>
                  </a:moveTo>
                  <a:lnTo>
                    <a:pt x="706247" y="0"/>
                  </a:lnTo>
                  <a:lnTo>
                    <a:pt x="706247" y="97154"/>
                  </a:lnTo>
                  <a:lnTo>
                    <a:pt x="512825" y="97154"/>
                  </a:lnTo>
                  <a:lnTo>
                    <a:pt x="512825" y="119252"/>
                  </a:lnTo>
                  <a:lnTo>
                    <a:pt x="714882" y="119252"/>
                  </a:lnTo>
                  <a:lnTo>
                    <a:pt x="714882" y="159766"/>
                  </a:lnTo>
                  <a:lnTo>
                    <a:pt x="609600" y="159766"/>
                  </a:lnTo>
                  <a:lnTo>
                    <a:pt x="609600" y="186435"/>
                  </a:lnTo>
                  <a:lnTo>
                    <a:pt x="762507" y="186435"/>
                  </a:lnTo>
                  <a:lnTo>
                    <a:pt x="762507" y="227710"/>
                  </a:lnTo>
                  <a:lnTo>
                    <a:pt x="406907" y="227710"/>
                  </a:lnTo>
                  <a:lnTo>
                    <a:pt x="406907" y="186435"/>
                  </a:lnTo>
                  <a:lnTo>
                    <a:pt x="559434" y="186435"/>
                  </a:lnTo>
                  <a:lnTo>
                    <a:pt x="559434" y="159766"/>
                  </a:lnTo>
                  <a:lnTo>
                    <a:pt x="463169" y="159766"/>
                  </a:lnTo>
                  <a:lnTo>
                    <a:pt x="463169" y="60198"/>
                  </a:lnTo>
                  <a:lnTo>
                    <a:pt x="656590" y="60198"/>
                  </a:lnTo>
                  <a:lnTo>
                    <a:pt x="656590" y="40512"/>
                  </a:lnTo>
                  <a:lnTo>
                    <a:pt x="463169" y="40512"/>
                  </a:lnTo>
                  <a:lnTo>
                    <a:pt x="463169" y="0"/>
                  </a:lnTo>
                  <a:close/>
                </a:path>
              </a:pathLst>
            </a:custGeom>
            <a:ln w="9144">
              <a:solidFill>
                <a:srgbClr val="843B0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590531" y="0"/>
              <a:ext cx="1304544" cy="780288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0831830" y="98425"/>
              <a:ext cx="1155065" cy="383540"/>
            </a:xfrm>
            <a:custGeom>
              <a:avLst/>
              <a:gdLst/>
              <a:ahLst/>
              <a:cxnLst/>
              <a:rect l="l" t="t" r="r" b="b"/>
              <a:pathLst>
                <a:path w="1155065" h="383540">
                  <a:moveTo>
                    <a:pt x="1154684" y="285369"/>
                  </a:moveTo>
                  <a:lnTo>
                    <a:pt x="799084" y="285369"/>
                  </a:lnTo>
                  <a:lnTo>
                    <a:pt x="799084" y="326898"/>
                  </a:lnTo>
                  <a:lnTo>
                    <a:pt x="1154684" y="326898"/>
                  </a:lnTo>
                  <a:lnTo>
                    <a:pt x="1154684" y="285369"/>
                  </a:lnTo>
                  <a:close/>
                </a:path>
                <a:path w="1155065" h="383540">
                  <a:moveTo>
                    <a:pt x="244094" y="174625"/>
                  </a:moveTo>
                  <a:lnTo>
                    <a:pt x="194818" y="174625"/>
                  </a:lnTo>
                  <a:lnTo>
                    <a:pt x="194818" y="371983"/>
                  </a:lnTo>
                  <a:lnTo>
                    <a:pt x="244094" y="371983"/>
                  </a:lnTo>
                  <a:lnTo>
                    <a:pt x="244094" y="174625"/>
                  </a:lnTo>
                  <a:close/>
                </a:path>
                <a:path w="1155065" h="383540">
                  <a:moveTo>
                    <a:pt x="155321" y="33020"/>
                  </a:moveTo>
                  <a:lnTo>
                    <a:pt x="0" y="33020"/>
                  </a:lnTo>
                  <a:lnTo>
                    <a:pt x="0" y="276351"/>
                  </a:lnTo>
                  <a:lnTo>
                    <a:pt x="155321" y="276351"/>
                  </a:lnTo>
                  <a:lnTo>
                    <a:pt x="155321" y="234442"/>
                  </a:lnTo>
                  <a:lnTo>
                    <a:pt x="49275" y="234442"/>
                  </a:lnTo>
                  <a:lnTo>
                    <a:pt x="49275" y="74549"/>
                  </a:lnTo>
                  <a:lnTo>
                    <a:pt x="155321" y="74549"/>
                  </a:lnTo>
                  <a:lnTo>
                    <a:pt x="155321" y="33020"/>
                  </a:lnTo>
                  <a:close/>
                </a:path>
                <a:path w="1155065" h="383540">
                  <a:moveTo>
                    <a:pt x="155321" y="74549"/>
                  </a:moveTo>
                  <a:lnTo>
                    <a:pt x="106425" y="74549"/>
                  </a:lnTo>
                  <a:lnTo>
                    <a:pt x="106425" y="234442"/>
                  </a:lnTo>
                  <a:lnTo>
                    <a:pt x="155321" y="234442"/>
                  </a:lnTo>
                  <a:lnTo>
                    <a:pt x="155321" y="174625"/>
                  </a:lnTo>
                  <a:lnTo>
                    <a:pt x="244094" y="174625"/>
                  </a:lnTo>
                  <a:lnTo>
                    <a:pt x="244094" y="132333"/>
                  </a:lnTo>
                  <a:lnTo>
                    <a:pt x="155321" y="132333"/>
                  </a:lnTo>
                  <a:lnTo>
                    <a:pt x="155321" y="74549"/>
                  </a:lnTo>
                  <a:close/>
                </a:path>
                <a:path w="1155065" h="383540">
                  <a:moveTo>
                    <a:pt x="244094" y="7747"/>
                  </a:moveTo>
                  <a:lnTo>
                    <a:pt x="194818" y="7747"/>
                  </a:lnTo>
                  <a:lnTo>
                    <a:pt x="194818" y="132333"/>
                  </a:lnTo>
                  <a:lnTo>
                    <a:pt x="244094" y="132333"/>
                  </a:lnTo>
                  <a:lnTo>
                    <a:pt x="244094" y="7747"/>
                  </a:lnTo>
                  <a:close/>
                </a:path>
                <a:path w="1155065" h="383540">
                  <a:moveTo>
                    <a:pt x="1098042" y="33781"/>
                  </a:moveTo>
                  <a:lnTo>
                    <a:pt x="855726" y="33781"/>
                  </a:lnTo>
                  <a:lnTo>
                    <a:pt x="855726" y="209169"/>
                  </a:lnTo>
                  <a:lnTo>
                    <a:pt x="1103884" y="209169"/>
                  </a:lnTo>
                  <a:lnTo>
                    <a:pt x="1103884" y="167640"/>
                  </a:lnTo>
                  <a:lnTo>
                    <a:pt x="905764" y="167640"/>
                  </a:lnTo>
                  <a:lnTo>
                    <a:pt x="905764" y="75310"/>
                  </a:lnTo>
                  <a:lnTo>
                    <a:pt x="1098042" y="75310"/>
                  </a:lnTo>
                  <a:lnTo>
                    <a:pt x="1098042" y="33781"/>
                  </a:lnTo>
                  <a:close/>
                </a:path>
                <a:path w="1155065" h="383540">
                  <a:moveTo>
                    <a:pt x="720978" y="0"/>
                  </a:moveTo>
                  <a:lnTo>
                    <a:pt x="671322" y="0"/>
                  </a:lnTo>
                  <a:lnTo>
                    <a:pt x="671322" y="116077"/>
                  </a:lnTo>
                  <a:lnTo>
                    <a:pt x="588264" y="116077"/>
                  </a:lnTo>
                  <a:lnTo>
                    <a:pt x="588264" y="157988"/>
                  </a:lnTo>
                  <a:lnTo>
                    <a:pt x="671322" y="157988"/>
                  </a:lnTo>
                  <a:lnTo>
                    <a:pt x="671322" y="383286"/>
                  </a:lnTo>
                  <a:lnTo>
                    <a:pt x="720978" y="383286"/>
                  </a:lnTo>
                  <a:lnTo>
                    <a:pt x="720978" y="0"/>
                  </a:lnTo>
                  <a:close/>
                </a:path>
                <a:path w="1155065" h="383540">
                  <a:moveTo>
                    <a:pt x="533019" y="25653"/>
                  </a:moveTo>
                  <a:lnTo>
                    <a:pt x="483362" y="25653"/>
                  </a:lnTo>
                  <a:lnTo>
                    <a:pt x="483362" y="100202"/>
                  </a:lnTo>
                  <a:lnTo>
                    <a:pt x="481550" y="123777"/>
                  </a:lnTo>
                  <a:lnTo>
                    <a:pt x="467020" y="170068"/>
                  </a:lnTo>
                  <a:lnTo>
                    <a:pt x="438850" y="213881"/>
                  </a:lnTo>
                  <a:lnTo>
                    <a:pt x="402326" y="247739"/>
                  </a:lnTo>
                  <a:lnTo>
                    <a:pt x="381253" y="260476"/>
                  </a:lnTo>
                  <a:lnTo>
                    <a:pt x="419735" y="294639"/>
                  </a:lnTo>
                  <a:lnTo>
                    <a:pt x="446619" y="273161"/>
                  </a:lnTo>
                  <a:lnTo>
                    <a:pt x="470312" y="248920"/>
                  </a:lnTo>
                  <a:lnTo>
                    <a:pt x="490815" y="221916"/>
                  </a:lnTo>
                  <a:lnTo>
                    <a:pt x="508126" y="192150"/>
                  </a:lnTo>
                  <a:lnTo>
                    <a:pt x="564041" y="192150"/>
                  </a:lnTo>
                  <a:lnTo>
                    <a:pt x="540146" y="144637"/>
                  </a:lnTo>
                  <a:lnTo>
                    <a:pt x="533117" y="100202"/>
                  </a:lnTo>
                  <a:lnTo>
                    <a:pt x="533019" y="25653"/>
                  </a:lnTo>
                  <a:close/>
                </a:path>
                <a:path w="1155065" h="383540">
                  <a:moveTo>
                    <a:pt x="564041" y="192150"/>
                  </a:moveTo>
                  <a:lnTo>
                    <a:pt x="508126" y="192150"/>
                  </a:lnTo>
                  <a:lnTo>
                    <a:pt x="524466" y="218797"/>
                  </a:lnTo>
                  <a:lnTo>
                    <a:pt x="544544" y="243681"/>
                  </a:lnTo>
                  <a:lnTo>
                    <a:pt x="568384" y="266803"/>
                  </a:lnTo>
                  <a:lnTo>
                    <a:pt x="596011" y="288163"/>
                  </a:lnTo>
                  <a:lnTo>
                    <a:pt x="630936" y="249300"/>
                  </a:lnTo>
                  <a:lnTo>
                    <a:pt x="611169" y="238996"/>
                  </a:lnTo>
                  <a:lnTo>
                    <a:pt x="593010" y="225440"/>
                  </a:lnTo>
                  <a:lnTo>
                    <a:pt x="576447" y="208670"/>
                  </a:lnTo>
                  <a:lnTo>
                    <a:pt x="564041" y="192150"/>
                  </a:lnTo>
                  <a:close/>
                </a:path>
                <a:path w="1155065" h="383540">
                  <a:moveTo>
                    <a:pt x="320167" y="0"/>
                  </a:moveTo>
                  <a:lnTo>
                    <a:pt x="270510" y="0"/>
                  </a:lnTo>
                  <a:lnTo>
                    <a:pt x="270510" y="383286"/>
                  </a:lnTo>
                  <a:lnTo>
                    <a:pt x="320167" y="383286"/>
                  </a:lnTo>
                  <a:lnTo>
                    <a:pt x="32016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0831830" y="98425"/>
              <a:ext cx="1155065" cy="383540"/>
            </a:xfrm>
            <a:custGeom>
              <a:avLst/>
              <a:gdLst/>
              <a:ahLst/>
              <a:cxnLst/>
              <a:rect l="l" t="t" r="r" b="b"/>
              <a:pathLst>
                <a:path w="1155065" h="383540">
                  <a:moveTo>
                    <a:pt x="799084" y="285369"/>
                  </a:moveTo>
                  <a:lnTo>
                    <a:pt x="1154684" y="285369"/>
                  </a:lnTo>
                  <a:lnTo>
                    <a:pt x="1154684" y="326898"/>
                  </a:lnTo>
                  <a:lnTo>
                    <a:pt x="799084" y="326898"/>
                  </a:lnTo>
                  <a:lnTo>
                    <a:pt x="799084" y="285369"/>
                  </a:lnTo>
                  <a:close/>
                </a:path>
                <a:path w="1155065" h="383540">
                  <a:moveTo>
                    <a:pt x="49275" y="74549"/>
                  </a:moveTo>
                  <a:lnTo>
                    <a:pt x="49275" y="234442"/>
                  </a:lnTo>
                  <a:lnTo>
                    <a:pt x="106425" y="234442"/>
                  </a:lnTo>
                  <a:lnTo>
                    <a:pt x="106425" y="74549"/>
                  </a:lnTo>
                  <a:lnTo>
                    <a:pt x="49275" y="74549"/>
                  </a:lnTo>
                  <a:close/>
                </a:path>
                <a:path w="1155065" h="383540">
                  <a:moveTo>
                    <a:pt x="855726" y="33781"/>
                  </a:moveTo>
                  <a:lnTo>
                    <a:pt x="1098042" y="33781"/>
                  </a:lnTo>
                  <a:lnTo>
                    <a:pt x="1098042" y="75310"/>
                  </a:lnTo>
                  <a:lnTo>
                    <a:pt x="905764" y="75310"/>
                  </a:lnTo>
                  <a:lnTo>
                    <a:pt x="905764" y="167640"/>
                  </a:lnTo>
                  <a:lnTo>
                    <a:pt x="1103884" y="167640"/>
                  </a:lnTo>
                  <a:lnTo>
                    <a:pt x="1103884" y="209169"/>
                  </a:lnTo>
                  <a:lnTo>
                    <a:pt x="855726" y="209169"/>
                  </a:lnTo>
                  <a:lnTo>
                    <a:pt x="855726" y="33781"/>
                  </a:lnTo>
                  <a:close/>
                </a:path>
                <a:path w="1155065" h="383540">
                  <a:moveTo>
                    <a:pt x="483362" y="25653"/>
                  </a:moveTo>
                  <a:lnTo>
                    <a:pt x="533019" y="25653"/>
                  </a:lnTo>
                  <a:lnTo>
                    <a:pt x="533019" y="98932"/>
                  </a:lnTo>
                  <a:lnTo>
                    <a:pt x="534802" y="121981"/>
                  </a:lnTo>
                  <a:lnTo>
                    <a:pt x="549038" y="166887"/>
                  </a:lnTo>
                  <a:lnTo>
                    <a:pt x="576447" y="208670"/>
                  </a:lnTo>
                  <a:lnTo>
                    <a:pt x="611169" y="238996"/>
                  </a:lnTo>
                  <a:lnTo>
                    <a:pt x="630936" y="249300"/>
                  </a:lnTo>
                  <a:lnTo>
                    <a:pt x="596011" y="288163"/>
                  </a:lnTo>
                  <a:lnTo>
                    <a:pt x="568384" y="266803"/>
                  </a:lnTo>
                  <a:lnTo>
                    <a:pt x="544544" y="243681"/>
                  </a:lnTo>
                  <a:lnTo>
                    <a:pt x="524466" y="218797"/>
                  </a:lnTo>
                  <a:lnTo>
                    <a:pt x="508126" y="192150"/>
                  </a:lnTo>
                  <a:lnTo>
                    <a:pt x="490815" y="221916"/>
                  </a:lnTo>
                  <a:lnTo>
                    <a:pt x="470312" y="248920"/>
                  </a:lnTo>
                  <a:lnTo>
                    <a:pt x="446619" y="273161"/>
                  </a:lnTo>
                  <a:lnTo>
                    <a:pt x="419735" y="294639"/>
                  </a:lnTo>
                  <a:lnTo>
                    <a:pt x="381253" y="260476"/>
                  </a:lnTo>
                  <a:lnTo>
                    <a:pt x="402326" y="247739"/>
                  </a:lnTo>
                  <a:lnTo>
                    <a:pt x="421528" y="232203"/>
                  </a:lnTo>
                  <a:lnTo>
                    <a:pt x="454278" y="192785"/>
                  </a:lnTo>
                  <a:lnTo>
                    <a:pt x="476107" y="147065"/>
                  </a:lnTo>
                  <a:lnTo>
                    <a:pt x="483362" y="100202"/>
                  </a:lnTo>
                  <a:lnTo>
                    <a:pt x="483362" y="25653"/>
                  </a:lnTo>
                  <a:close/>
                </a:path>
                <a:path w="1155065" h="383540">
                  <a:moveTo>
                    <a:pt x="194818" y="7747"/>
                  </a:moveTo>
                  <a:lnTo>
                    <a:pt x="244094" y="7747"/>
                  </a:lnTo>
                  <a:lnTo>
                    <a:pt x="244094" y="371983"/>
                  </a:lnTo>
                  <a:lnTo>
                    <a:pt x="194818" y="371983"/>
                  </a:lnTo>
                  <a:lnTo>
                    <a:pt x="194818" y="174625"/>
                  </a:lnTo>
                  <a:lnTo>
                    <a:pt x="155321" y="174625"/>
                  </a:lnTo>
                  <a:lnTo>
                    <a:pt x="155321" y="276351"/>
                  </a:lnTo>
                  <a:lnTo>
                    <a:pt x="0" y="276351"/>
                  </a:lnTo>
                  <a:lnTo>
                    <a:pt x="0" y="33020"/>
                  </a:lnTo>
                  <a:lnTo>
                    <a:pt x="155321" y="33020"/>
                  </a:lnTo>
                  <a:lnTo>
                    <a:pt x="155321" y="132333"/>
                  </a:lnTo>
                  <a:lnTo>
                    <a:pt x="194818" y="132333"/>
                  </a:lnTo>
                  <a:lnTo>
                    <a:pt x="194818" y="7747"/>
                  </a:lnTo>
                  <a:close/>
                </a:path>
                <a:path w="1155065" h="383540">
                  <a:moveTo>
                    <a:pt x="671322" y="0"/>
                  </a:moveTo>
                  <a:lnTo>
                    <a:pt x="720978" y="0"/>
                  </a:lnTo>
                  <a:lnTo>
                    <a:pt x="720978" y="383286"/>
                  </a:lnTo>
                  <a:lnTo>
                    <a:pt x="671322" y="383286"/>
                  </a:lnTo>
                  <a:lnTo>
                    <a:pt x="671322" y="157988"/>
                  </a:lnTo>
                  <a:lnTo>
                    <a:pt x="588264" y="157988"/>
                  </a:lnTo>
                  <a:lnTo>
                    <a:pt x="588264" y="116077"/>
                  </a:lnTo>
                  <a:lnTo>
                    <a:pt x="671322" y="116077"/>
                  </a:lnTo>
                  <a:lnTo>
                    <a:pt x="671322" y="0"/>
                  </a:lnTo>
                  <a:close/>
                </a:path>
                <a:path w="1155065" h="383540">
                  <a:moveTo>
                    <a:pt x="270510" y="0"/>
                  </a:moveTo>
                  <a:lnTo>
                    <a:pt x="320167" y="0"/>
                  </a:lnTo>
                  <a:lnTo>
                    <a:pt x="320167" y="383286"/>
                  </a:lnTo>
                  <a:lnTo>
                    <a:pt x="270510" y="383286"/>
                  </a:lnTo>
                  <a:lnTo>
                    <a:pt x="270510" y="0"/>
                  </a:lnTo>
                  <a:close/>
                </a:path>
              </a:pathLst>
            </a:custGeom>
            <a:ln w="9144">
              <a:solidFill>
                <a:srgbClr val="843B0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546080" y="0"/>
              <a:ext cx="1645920" cy="780288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86664" y="673354"/>
            <a:ext cx="8763635" cy="39274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▶</a:t>
            </a:r>
            <a:r>
              <a:rPr sz="1600" b="1" spc="-1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그룹</a:t>
            </a:r>
            <a:r>
              <a:rPr sz="1600" b="1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이벤트</a:t>
            </a:r>
            <a:r>
              <a:rPr sz="1600" b="1" spc="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등록</a:t>
            </a:r>
            <a:r>
              <a:rPr sz="1600" b="1" spc="-1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함수의</a:t>
            </a:r>
            <a:r>
              <a:rPr sz="1600" b="1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10" dirty="0">
                <a:solidFill>
                  <a:srgbClr val="3A3838"/>
                </a:solidFill>
                <a:latin typeface="맑은 고딕"/>
                <a:cs typeface="맑은 고딕"/>
              </a:rPr>
              <a:t>형식(Syntax)</a:t>
            </a:r>
            <a:endParaRPr sz="160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</a:pP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---------------------------------------------------------------------------</a:t>
            </a:r>
            <a:endParaRPr sz="160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</a:pP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예시:</a:t>
            </a:r>
            <a:endParaRPr sz="160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</a:pP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$(“input[name=user_id]”).on(“keyup</a:t>
            </a:r>
            <a:r>
              <a:rPr sz="1600" b="1" spc="2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15" dirty="0">
                <a:solidFill>
                  <a:srgbClr val="3A3838"/>
                </a:solidFill>
                <a:latin typeface="맑은 고딕"/>
                <a:cs typeface="맑은 고딕"/>
              </a:rPr>
              <a:t>focus”,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function(){</a:t>
            </a:r>
            <a:endParaRPr sz="1600">
              <a:latin typeface="맑은 고딕"/>
              <a:cs typeface="맑은 고딕"/>
            </a:endParaRPr>
          </a:p>
          <a:p>
            <a:pPr marL="927100">
              <a:lnSpc>
                <a:spcPct val="100000"/>
              </a:lnSpc>
            </a:pPr>
            <a:r>
              <a:rPr sz="1600" b="1" spc="-10" dirty="0">
                <a:solidFill>
                  <a:srgbClr val="3A3838"/>
                </a:solidFill>
                <a:latin typeface="맑은 고딕"/>
                <a:cs typeface="맑은 고딕"/>
              </a:rPr>
              <a:t>console.log(“키보드를</a:t>
            </a:r>
            <a:r>
              <a:rPr sz="1600" b="1" spc="4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눌렀다</a:t>
            </a:r>
            <a:r>
              <a:rPr sz="1600" b="1" spc="2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195" dirty="0">
                <a:solidFill>
                  <a:srgbClr val="3A3838"/>
                </a:solidFill>
                <a:latin typeface="맑은 고딕"/>
                <a:cs typeface="맑은 고딕"/>
              </a:rPr>
              <a:t>떼♘을</a:t>
            </a:r>
            <a:r>
              <a:rPr sz="1600" b="1" spc="2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때\n포커스가</a:t>
            </a:r>
            <a:r>
              <a:rPr sz="1600" b="1" spc="3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생성이</a:t>
            </a:r>
            <a:r>
              <a:rPr sz="1600" b="1" spc="3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195" dirty="0">
                <a:solidFill>
                  <a:srgbClr val="3A3838"/>
                </a:solidFill>
                <a:latin typeface="맑은 고딕"/>
                <a:cs typeface="맑은 고딕"/>
              </a:rPr>
              <a:t>되♘을</a:t>
            </a:r>
            <a:r>
              <a:rPr sz="1600" b="1" spc="2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때</a:t>
            </a:r>
            <a:r>
              <a:rPr sz="1600" b="1" spc="1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이벤트</a:t>
            </a:r>
            <a:r>
              <a:rPr sz="1600" b="1" spc="2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229" dirty="0">
                <a:solidFill>
                  <a:srgbClr val="3A3838"/>
                </a:solidFill>
                <a:latin typeface="맑은 고딕"/>
                <a:cs typeface="맑은 고딕"/>
              </a:rPr>
              <a:t>발생”);</a:t>
            </a:r>
            <a:endParaRPr sz="160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</a:pP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});</a:t>
            </a:r>
            <a:endParaRPr sz="1600">
              <a:latin typeface="맑은 고딕"/>
              <a:cs typeface="맑은 고딕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050">
              <a:latin typeface="맑은 고딕"/>
              <a:cs typeface="맑은 고딕"/>
            </a:endParaRPr>
          </a:p>
          <a:p>
            <a:pPr marR="5833110" algn="r">
              <a:lnSpc>
                <a:spcPct val="100000"/>
              </a:lnSpc>
            </a:pP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$(“input[name=user_id]”).on({</a:t>
            </a:r>
            <a:endParaRPr sz="1600">
              <a:latin typeface="맑은 고딕"/>
              <a:cs typeface="맑은 고딕"/>
            </a:endParaRPr>
          </a:p>
          <a:p>
            <a:pPr marR="5854065" algn="r">
              <a:lnSpc>
                <a:spcPct val="100000"/>
              </a:lnSpc>
            </a:pPr>
            <a:r>
              <a:rPr sz="1600" b="1" spc="-30" dirty="0">
                <a:solidFill>
                  <a:srgbClr val="3A3838"/>
                </a:solidFill>
                <a:latin typeface="맑은 고딕"/>
                <a:cs typeface="맑은 고딕"/>
              </a:rPr>
              <a:t>“keyup”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:</a:t>
            </a:r>
            <a:r>
              <a:rPr sz="1600" b="1" spc="-3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function(){</a:t>
            </a:r>
            <a:endParaRPr sz="1600">
              <a:latin typeface="맑은 고딕"/>
              <a:cs typeface="맑은 고딕"/>
            </a:endParaRPr>
          </a:p>
          <a:p>
            <a:pPr marL="1841500">
              <a:lnSpc>
                <a:spcPct val="100000"/>
              </a:lnSpc>
            </a:pPr>
            <a:r>
              <a:rPr sz="1600" b="1" spc="-10" dirty="0">
                <a:solidFill>
                  <a:srgbClr val="3A3838"/>
                </a:solidFill>
                <a:latin typeface="맑은 고딕"/>
                <a:cs typeface="맑은 고딕"/>
              </a:rPr>
              <a:t>console.log(“키보드를</a:t>
            </a:r>
            <a:r>
              <a:rPr sz="1600" b="1" spc="3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눌렀다</a:t>
            </a:r>
            <a:r>
              <a:rPr sz="1600" b="1" spc="1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195" dirty="0">
                <a:solidFill>
                  <a:srgbClr val="3A3838"/>
                </a:solidFill>
                <a:latin typeface="맑은 고딕"/>
                <a:cs typeface="맑은 고딕"/>
              </a:rPr>
              <a:t>떼♘을</a:t>
            </a:r>
            <a:r>
              <a:rPr sz="1600" b="1" spc="1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때</a:t>
            </a:r>
            <a:r>
              <a:rPr sz="1600" b="1" spc="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이벤트</a:t>
            </a:r>
            <a:r>
              <a:rPr sz="1600" b="1" spc="1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발생”);</a:t>
            </a:r>
            <a:endParaRPr sz="1600">
              <a:latin typeface="맑은 고딕"/>
              <a:cs typeface="맑은 고딕"/>
            </a:endParaRPr>
          </a:p>
          <a:p>
            <a:pPr marL="927100">
              <a:lnSpc>
                <a:spcPct val="100000"/>
              </a:lnSpc>
            </a:pP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},</a:t>
            </a:r>
            <a:endParaRPr sz="1600">
              <a:latin typeface="맑은 고딕"/>
              <a:cs typeface="맑은 고딕"/>
            </a:endParaRPr>
          </a:p>
          <a:p>
            <a:pPr marL="927100">
              <a:lnSpc>
                <a:spcPct val="100000"/>
              </a:lnSpc>
            </a:pP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“focus”</a:t>
            </a:r>
            <a:r>
              <a:rPr sz="1600" b="1" spc="-3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:</a:t>
            </a:r>
            <a:r>
              <a:rPr sz="1600" b="1" spc="-1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function(){</a:t>
            </a:r>
            <a:endParaRPr sz="1600">
              <a:latin typeface="맑은 고딕"/>
              <a:cs typeface="맑은 고딕"/>
            </a:endParaRPr>
          </a:p>
          <a:p>
            <a:pPr marL="1841500">
              <a:lnSpc>
                <a:spcPct val="100000"/>
              </a:lnSpc>
            </a:pPr>
            <a:r>
              <a:rPr sz="1600" b="1" spc="-10" dirty="0">
                <a:solidFill>
                  <a:srgbClr val="3A3838"/>
                </a:solidFill>
                <a:latin typeface="맑은 고딕"/>
                <a:cs typeface="맑은 고딕"/>
              </a:rPr>
              <a:t>console.log(“포커스가</a:t>
            </a:r>
            <a:r>
              <a:rPr sz="1600" b="1" spc="3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생성이</a:t>
            </a:r>
            <a:r>
              <a:rPr sz="1600" b="1" spc="1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195" dirty="0">
                <a:solidFill>
                  <a:srgbClr val="3A3838"/>
                </a:solidFill>
                <a:latin typeface="맑은 고딕"/>
                <a:cs typeface="맑은 고딕"/>
              </a:rPr>
              <a:t>되♘을</a:t>
            </a:r>
            <a:r>
              <a:rPr sz="1600" b="1" spc="1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때</a:t>
            </a:r>
            <a:r>
              <a:rPr sz="1600" b="1" spc="5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이벤트</a:t>
            </a:r>
            <a:r>
              <a:rPr sz="1600" b="1" spc="10" dirty="0">
                <a:solidFill>
                  <a:srgbClr val="3A3838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발생”);</a:t>
            </a:r>
            <a:endParaRPr sz="1600">
              <a:latin typeface="맑은 고딕"/>
              <a:cs typeface="맑은 고딕"/>
            </a:endParaRPr>
          </a:p>
          <a:p>
            <a:pPr marL="927100">
              <a:lnSpc>
                <a:spcPct val="100000"/>
              </a:lnSpc>
              <a:spcBef>
                <a:spcPts val="5"/>
              </a:spcBef>
            </a:pP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}</a:t>
            </a:r>
            <a:endParaRPr sz="160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</a:pP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});</a:t>
            </a:r>
            <a:endParaRPr sz="160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</a:pPr>
            <a:r>
              <a:rPr sz="1600" b="1" spc="-5" dirty="0">
                <a:solidFill>
                  <a:srgbClr val="3A3838"/>
                </a:solidFill>
                <a:latin typeface="맑은 고딕"/>
                <a:cs typeface="맑은 고딕"/>
              </a:rPr>
              <a:t>---------------------------------------------------------------------------</a:t>
            </a:r>
            <a:endParaRPr sz="1600">
              <a:latin typeface="맑은 고딕"/>
              <a:cs typeface="맑은 고딕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/>
              <a:t>9</a:t>
            </a:fld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1225</Words>
  <Application>Microsoft Office PowerPoint</Application>
  <PresentationFormat>와이드스크린</PresentationFormat>
  <Paragraphs>122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Calibri</vt:lpstr>
      <vt:lpstr>Office Theme</vt:lpstr>
      <vt:lpstr>Class . 제이쿼리</vt:lpstr>
      <vt:lpstr>PowerPoint 프레젠테이션</vt:lpstr>
      <vt:lpstr>▶ 제이쿼리( jQuery)란 :</vt:lpstr>
      <vt:lpstr>▶직접 선택자</vt:lpstr>
      <vt:lpstr>▶인접 선택자</vt:lpstr>
      <vt:lpstr>PowerPoint 프레젠테이션</vt:lpstr>
      <vt:lpstr>▶이벤트 등록 함수란:</vt:lpstr>
      <vt:lpstr>▶ 이벤트 등록 함수의 종류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ho</dc:creator>
  <cp:lastModifiedBy>Hi</cp:lastModifiedBy>
  <cp:revision>1</cp:revision>
  <dcterms:created xsi:type="dcterms:W3CDTF">2026-01-21T07:28:22Z</dcterms:created>
  <dcterms:modified xsi:type="dcterms:W3CDTF">2026-01-21T08:00:39Z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2025-06-12T00:00:00Z</vt:filetime>
  </property>
  <property fmtid="{D5CDD505-2E9C-101B-9397-08002B2CF9AE}" pid="3" name="Creator">
    <vt:lpwstr>Microsoft® PowerPoint® 2010</vt:lpwstr>
  </property>
  <property fmtid="{D5CDD505-2E9C-101B-9397-08002B2CF9AE}" pid="4" name="LastSaved">
    <vt:filetime>2026-01-21T00:00:00Z</vt:filetime>
  </property>
</Properties>
</file>